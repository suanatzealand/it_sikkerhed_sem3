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21"/>
    <p:sldMasterId id="2147483741" r:id="rId22"/>
  </p:sldMasterIdLst>
  <p:notesMasterIdLst>
    <p:notesMasterId r:id="rId32"/>
  </p:notesMasterIdLst>
  <p:sldIdLst>
    <p:sldId id="325" r:id="rId23"/>
    <p:sldId id="262" r:id="rId24"/>
    <p:sldId id="268" r:id="rId25"/>
    <p:sldId id="368" r:id="rId26"/>
    <p:sldId id="369" r:id="rId27"/>
    <p:sldId id="370" r:id="rId28"/>
    <p:sldId id="371" r:id="rId29"/>
    <p:sldId id="372" r:id="rId30"/>
    <p:sldId id="367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BACD5-7A8D-4B9C-B2A6-35E5D66FCCD9}" v="49" dt="2026-09-21T18:19:50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0"/>
  </p:normalViewPr>
  <p:slideViewPr>
    <p:cSldViewPr>
      <p:cViewPr varScale="1">
        <p:scale>
          <a:sx n="74" d="100"/>
          <a:sy n="74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4.xml"/><Relationship Id="rId39" Type="http://schemas.microsoft.com/office/2015/10/relationships/revisionInfo" Target="revisionInfo.xml"/><Relationship Id="rId21" Type="http://schemas.openxmlformats.org/officeDocument/2006/relationships/slideMaster" Target="slideMasters/slideMaster1.xml"/><Relationship Id="rId34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3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7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Master" Target="slideMasters/slideMaster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e Sick Andersen" userId="49e9b546-474a-4bde-a688-d87c976b5750" providerId="ADAL" clId="{73A41FA5-6AE3-4B11-9C21-AA290597BBC6}"/>
    <pc:docChg chg="undo custSel addSld delSld modSld sldOrd">
      <pc:chgData name="Sune Sick Andersen" userId="49e9b546-474a-4bde-a688-d87c976b5750" providerId="ADAL" clId="{73A41FA5-6AE3-4B11-9C21-AA290597BBC6}" dt="2026-09-21T18:21:26.734" v="1148" actId="20577"/>
      <pc:docMkLst>
        <pc:docMk/>
      </pc:docMkLst>
      <pc:sldChg chg="del">
        <pc:chgData name="Sune Sick Andersen" userId="49e9b546-474a-4bde-a688-d87c976b5750" providerId="ADAL" clId="{73A41FA5-6AE3-4B11-9C21-AA290597BBC6}" dt="2026-09-21T17:52:17.212" v="662" actId="47"/>
        <pc:sldMkLst>
          <pc:docMk/>
          <pc:sldMk cId="0" sldId="261"/>
        </pc:sldMkLst>
      </pc:sldChg>
      <pc:sldChg chg="modSp mod">
        <pc:chgData name="Sune Sick Andersen" userId="49e9b546-474a-4bde-a688-d87c976b5750" providerId="ADAL" clId="{73A41FA5-6AE3-4B11-9C21-AA290597BBC6}" dt="2026-09-21T18:18:58.465" v="1083" actId="21"/>
        <pc:sldMkLst>
          <pc:docMk/>
          <pc:sldMk cId="1270353214" sldId="262"/>
        </pc:sldMkLst>
        <pc:spChg chg="mod">
          <ac:chgData name="Sune Sick Andersen" userId="49e9b546-474a-4bde-a688-d87c976b5750" providerId="ADAL" clId="{73A41FA5-6AE3-4B11-9C21-AA290597BBC6}" dt="2026-09-21T18:18:58.465" v="1083" actId="21"/>
          <ac:spMkLst>
            <pc:docMk/>
            <pc:sldMk cId="1270353214" sldId="262"/>
            <ac:spMk id="4" creationId="{6E626A67-A0D8-38B5-F21E-95BEFF8B6E55}"/>
          </ac:spMkLst>
        </pc:spChg>
      </pc:sldChg>
      <pc:sldChg chg="addSp delSp modSp mod modClrScheme chgLayout">
        <pc:chgData name="Sune Sick Andersen" userId="49e9b546-474a-4bde-a688-d87c976b5750" providerId="ADAL" clId="{73A41FA5-6AE3-4B11-9C21-AA290597BBC6}" dt="2026-09-21T18:06:24.432" v="926" actId="1076"/>
        <pc:sldMkLst>
          <pc:docMk/>
          <pc:sldMk cId="1646076932" sldId="268"/>
        </pc:sldMkLst>
        <pc:spChg chg="mod ord">
          <ac:chgData name="Sune Sick Andersen" userId="49e9b546-474a-4bde-a688-d87c976b5750" providerId="ADAL" clId="{73A41FA5-6AE3-4B11-9C21-AA290597BBC6}" dt="2026-09-21T18:04:28.805" v="889" actId="6549"/>
          <ac:spMkLst>
            <pc:docMk/>
            <pc:sldMk cId="1646076932" sldId="268"/>
            <ac:spMk id="2" creationId="{44E029F8-B507-B4E8-9FE2-717F3AE67883}"/>
          </ac:spMkLst>
        </pc:spChg>
        <pc:spChg chg="add mod">
          <ac:chgData name="Sune Sick Andersen" userId="49e9b546-474a-4bde-a688-d87c976b5750" providerId="ADAL" clId="{73A41FA5-6AE3-4B11-9C21-AA290597BBC6}" dt="2026-09-21T17:26:44.810" v="433" actId="767"/>
          <ac:spMkLst>
            <pc:docMk/>
            <pc:sldMk cId="1646076932" sldId="268"/>
            <ac:spMk id="3" creationId="{8D979203-3647-4BB4-CE4D-3D03E2D1624D}"/>
          </ac:spMkLst>
        </pc:spChg>
        <pc:spChg chg="add del mod">
          <ac:chgData name="Sune Sick Andersen" userId="49e9b546-474a-4bde-a688-d87c976b5750" providerId="ADAL" clId="{73A41FA5-6AE3-4B11-9C21-AA290597BBC6}" dt="2026-09-21T17:31:04.750" v="498" actId="931"/>
          <ac:spMkLst>
            <pc:docMk/>
            <pc:sldMk cId="1646076932" sldId="268"/>
            <ac:spMk id="5" creationId="{F926FDE1-67C3-1F15-FCBF-6602D0D2E7B2}"/>
          </ac:spMkLst>
        </pc:spChg>
        <pc:spChg chg="del">
          <ac:chgData name="Sune Sick Andersen" userId="49e9b546-474a-4bde-a688-d87c976b5750" providerId="ADAL" clId="{73A41FA5-6AE3-4B11-9C21-AA290597BBC6}" dt="2026-09-21T17:27:28.760" v="491" actId="478"/>
          <ac:spMkLst>
            <pc:docMk/>
            <pc:sldMk cId="1646076932" sldId="268"/>
            <ac:spMk id="8" creationId="{DDB15CC7-48B1-02EE-EF91-B3AAEAFA04E3}"/>
          </ac:spMkLst>
        </pc:spChg>
        <pc:spChg chg="add mod">
          <ac:chgData name="Sune Sick Andersen" userId="49e9b546-474a-4bde-a688-d87c976b5750" providerId="ADAL" clId="{73A41FA5-6AE3-4B11-9C21-AA290597BBC6}" dt="2026-09-21T18:06:20.182" v="925" actId="403"/>
          <ac:spMkLst>
            <pc:docMk/>
            <pc:sldMk cId="1646076932" sldId="268"/>
            <ac:spMk id="13" creationId="{70EAF10C-11D7-492F-3953-27A721CE97CD}"/>
          </ac:spMkLst>
        </pc:spChg>
        <pc:spChg chg="add del mod">
          <ac:chgData name="Sune Sick Andersen" userId="49e9b546-474a-4bde-a688-d87c976b5750" providerId="ADAL" clId="{73A41FA5-6AE3-4B11-9C21-AA290597BBC6}" dt="2026-09-21T17:51:41.554" v="656" actId="478"/>
          <ac:spMkLst>
            <pc:docMk/>
            <pc:sldMk cId="1646076932" sldId="268"/>
            <ac:spMk id="15" creationId="{247D334D-3E5F-1E30-FDD2-D6F557A46882}"/>
          </ac:spMkLst>
        </pc:spChg>
        <pc:spChg chg="add del mod">
          <ac:chgData name="Sune Sick Andersen" userId="49e9b546-474a-4bde-a688-d87c976b5750" providerId="ADAL" clId="{73A41FA5-6AE3-4B11-9C21-AA290597BBC6}" dt="2026-09-21T17:50:58.959" v="646" actId="21"/>
          <ac:spMkLst>
            <pc:docMk/>
            <pc:sldMk cId="1646076932" sldId="268"/>
            <ac:spMk id="25" creationId="{07C047C6-15F8-F0C5-9E4E-5DCEC241C3E4}"/>
          </ac:spMkLst>
        </pc:spChg>
        <pc:spChg chg="add del mod">
          <ac:chgData name="Sune Sick Andersen" userId="49e9b546-474a-4bde-a688-d87c976b5750" providerId="ADAL" clId="{73A41FA5-6AE3-4B11-9C21-AA290597BBC6}" dt="2026-09-21T17:51:40.070" v="653" actId="478"/>
          <ac:spMkLst>
            <pc:docMk/>
            <pc:sldMk cId="1646076932" sldId="268"/>
            <ac:spMk id="27" creationId="{54C93C63-1528-74B7-4C32-8CDFD0DE8360}"/>
          </ac:spMkLst>
        </pc:spChg>
        <pc:spChg chg="add del mod">
          <ac:chgData name="Sune Sick Andersen" userId="49e9b546-474a-4bde-a688-d87c976b5750" providerId="ADAL" clId="{73A41FA5-6AE3-4B11-9C21-AA290597BBC6}" dt="2026-09-21T17:50:46.239" v="643" actId="26606"/>
          <ac:spMkLst>
            <pc:docMk/>
            <pc:sldMk cId="1646076932" sldId="268"/>
            <ac:spMk id="28" creationId="{796513E1-7743-B196-0F8B-0FBA2A8B5F42}"/>
          </ac:spMkLst>
        </pc:spChg>
        <pc:spChg chg="add del mod">
          <ac:chgData name="Sune Sick Andersen" userId="49e9b546-474a-4bde-a688-d87c976b5750" providerId="ADAL" clId="{73A41FA5-6AE3-4B11-9C21-AA290597BBC6}" dt="2026-09-21T17:50:46.239" v="643" actId="26606"/>
          <ac:spMkLst>
            <pc:docMk/>
            <pc:sldMk cId="1646076932" sldId="268"/>
            <ac:spMk id="30" creationId="{0BAA75C9-5B9B-915A-FD38-AEEC4A86E327}"/>
          </ac:spMkLst>
        </pc:spChg>
        <pc:spChg chg="add del mod">
          <ac:chgData name="Sune Sick Andersen" userId="49e9b546-474a-4bde-a688-d87c976b5750" providerId="ADAL" clId="{73A41FA5-6AE3-4B11-9C21-AA290597BBC6}" dt="2026-09-21T17:50:46.239" v="643" actId="26606"/>
          <ac:spMkLst>
            <pc:docMk/>
            <pc:sldMk cId="1646076932" sldId="268"/>
            <ac:spMk id="32" creationId="{B2D49E06-C7C2-37F7-18BB-FA427FC4D3CB}"/>
          </ac:spMkLst>
        </pc:spChg>
        <pc:spChg chg="add del mod">
          <ac:chgData name="Sune Sick Andersen" userId="49e9b546-474a-4bde-a688-d87c976b5750" providerId="ADAL" clId="{73A41FA5-6AE3-4B11-9C21-AA290597BBC6}" dt="2026-09-21T17:50:59.426" v="647" actId="26606"/>
          <ac:spMkLst>
            <pc:docMk/>
            <pc:sldMk cId="1646076932" sldId="268"/>
            <ac:spMk id="34" creationId="{96EDBAA7-4CFB-8E5C-5352-532B58D4D0BC}"/>
          </ac:spMkLst>
        </pc:spChg>
        <pc:picChg chg="del">
          <ac:chgData name="Sune Sick Andersen" userId="49e9b546-474a-4bde-a688-d87c976b5750" providerId="ADAL" clId="{73A41FA5-6AE3-4B11-9C21-AA290597BBC6}" dt="2026-09-21T17:27:28.760" v="491" actId="478"/>
          <ac:picMkLst>
            <pc:docMk/>
            <pc:sldMk cId="1646076932" sldId="268"/>
            <ac:picMk id="7" creationId="{2DCA8522-0C87-EFFB-C003-722F609E951C}"/>
          </ac:picMkLst>
        </pc:picChg>
        <pc:picChg chg="add del mod ord">
          <ac:chgData name="Sune Sick Andersen" userId="49e9b546-474a-4bde-a688-d87c976b5750" providerId="ADAL" clId="{73A41FA5-6AE3-4B11-9C21-AA290597BBC6}" dt="2026-09-21T17:30:47.114" v="495" actId="931"/>
          <ac:picMkLst>
            <pc:docMk/>
            <pc:sldMk cId="1646076932" sldId="268"/>
            <ac:picMk id="9" creationId="{4C6A0705-9EB4-07DB-5851-5930FC3674B6}"/>
          </ac:picMkLst>
        </pc:picChg>
        <pc:picChg chg="mod">
          <ac:chgData name="Sune Sick Andersen" userId="49e9b546-474a-4bde-a688-d87c976b5750" providerId="ADAL" clId="{73A41FA5-6AE3-4B11-9C21-AA290597BBC6}" dt="2026-09-21T18:06:24.432" v="926" actId="1076"/>
          <ac:picMkLst>
            <pc:docMk/>
            <pc:sldMk cId="1646076932" sldId="268"/>
            <ac:picMk id="10" creationId="{BCDC33AF-80E4-3A90-FA43-A92849CB38A7}"/>
          </ac:picMkLst>
        </pc:picChg>
        <pc:picChg chg="add del mod ord modCrop">
          <ac:chgData name="Sune Sick Andersen" userId="49e9b546-474a-4bde-a688-d87c976b5750" providerId="ADAL" clId="{73A41FA5-6AE3-4B11-9C21-AA290597BBC6}" dt="2026-09-21T17:51:41.554" v="656" actId="478"/>
          <ac:picMkLst>
            <pc:docMk/>
            <pc:sldMk cId="1646076932" sldId="268"/>
            <ac:picMk id="12" creationId="{721025D8-D810-AFEB-6789-E645BD310192}"/>
          </ac:picMkLst>
        </pc:picChg>
        <pc:picChg chg="add del mod ord">
          <ac:chgData name="Sune Sick Andersen" userId="49e9b546-474a-4bde-a688-d87c976b5750" providerId="ADAL" clId="{73A41FA5-6AE3-4B11-9C21-AA290597BBC6}" dt="2026-09-21T17:48:09.182" v="633" actId="931"/>
          <ac:picMkLst>
            <pc:docMk/>
            <pc:sldMk cId="1646076932" sldId="268"/>
            <ac:picMk id="17" creationId="{B38A5ABB-9EC7-0950-F0F2-5F0C08C011A7}"/>
          </ac:picMkLst>
        </pc:picChg>
        <pc:picChg chg="add del mod ord">
          <ac:chgData name="Sune Sick Andersen" userId="49e9b546-474a-4bde-a688-d87c976b5750" providerId="ADAL" clId="{73A41FA5-6AE3-4B11-9C21-AA290597BBC6}" dt="2026-09-21T17:48:52.447" v="637" actId="931"/>
          <ac:picMkLst>
            <pc:docMk/>
            <pc:sldMk cId="1646076932" sldId="268"/>
            <ac:picMk id="19" creationId="{85A5126E-82E9-0E6F-1382-3A3982A5FDB0}"/>
          </ac:picMkLst>
        </pc:picChg>
        <pc:picChg chg="add del mod ord">
          <ac:chgData name="Sune Sick Andersen" userId="49e9b546-474a-4bde-a688-d87c976b5750" providerId="ADAL" clId="{73A41FA5-6AE3-4B11-9C21-AA290597BBC6}" dt="2026-09-21T17:50:14.040" v="639" actId="931"/>
          <ac:picMkLst>
            <pc:docMk/>
            <pc:sldMk cId="1646076932" sldId="268"/>
            <ac:picMk id="21" creationId="{9CFC00BE-3DC7-DEFA-4CCC-92B66E21BA94}"/>
          </ac:picMkLst>
        </pc:picChg>
        <pc:picChg chg="add del mod ord">
          <ac:chgData name="Sune Sick Andersen" userId="49e9b546-474a-4bde-a688-d87c976b5750" providerId="ADAL" clId="{73A41FA5-6AE3-4B11-9C21-AA290597BBC6}" dt="2026-09-21T17:51:40.661" v="654" actId="931"/>
          <ac:picMkLst>
            <pc:docMk/>
            <pc:sldMk cId="1646076932" sldId="268"/>
            <ac:picMk id="23" creationId="{053FA44F-8232-0014-68AC-E186D7CE2C29}"/>
          </ac:picMkLst>
        </pc:picChg>
        <pc:picChg chg="add mod">
          <ac:chgData name="Sune Sick Andersen" userId="49e9b546-474a-4bde-a688-d87c976b5750" providerId="ADAL" clId="{73A41FA5-6AE3-4B11-9C21-AA290597BBC6}" dt="2026-09-21T17:51:39.793" v="652"/>
          <ac:picMkLst>
            <pc:docMk/>
            <pc:sldMk cId="1646076932" sldId="268"/>
            <ac:picMk id="29" creationId="{053FA44F-8232-0014-68AC-E186D7CE2C29}"/>
          </ac:picMkLst>
        </pc:picChg>
      </pc:sldChg>
      <pc:sldChg chg="addSp delSp modSp mod">
        <pc:chgData name="Sune Sick Andersen" userId="49e9b546-474a-4bde-a688-d87c976b5750" providerId="ADAL" clId="{73A41FA5-6AE3-4B11-9C21-AA290597BBC6}" dt="2026-09-21T15:11:58.337" v="105" actId="14100"/>
        <pc:sldMkLst>
          <pc:docMk/>
          <pc:sldMk cId="2190216850" sldId="325"/>
        </pc:sldMkLst>
        <pc:spChg chg="mod">
          <ac:chgData name="Sune Sick Andersen" userId="49e9b546-474a-4bde-a688-d87c976b5750" providerId="ADAL" clId="{73A41FA5-6AE3-4B11-9C21-AA290597BBC6}" dt="2026-09-21T15:10:56.789" v="56" actId="1076"/>
          <ac:spMkLst>
            <pc:docMk/>
            <pc:sldMk cId="2190216850" sldId="325"/>
            <ac:spMk id="8" creationId="{2EA4C535-EC1E-4F9C-B11D-8F58AA1F9439}"/>
          </ac:spMkLst>
        </pc:spChg>
        <pc:spChg chg="mod">
          <ac:chgData name="Sune Sick Andersen" userId="49e9b546-474a-4bde-a688-d87c976b5750" providerId="ADAL" clId="{73A41FA5-6AE3-4B11-9C21-AA290597BBC6}" dt="2026-09-21T15:11:08.735" v="102" actId="20577"/>
          <ac:spMkLst>
            <pc:docMk/>
            <pc:sldMk cId="2190216850" sldId="325"/>
            <ac:spMk id="10" creationId="{BF518C7C-3DFE-0DA6-931B-6F5675AEE204}"/>
          </ac:spMkLst>
        </pc:spChg>
        <pc:picChg chg="add mod ord">
          <ac:chgData name="Sune Sick Andersen" userId="49e9b546-474a-4bde-a688-d87c976b5750" providerId="ADAL" clId="{73A41FA5-6AE3-4B11-9C21-AA290597BBC6}" dt="2026-09-21T15:11:58.337" v="105" actId="14100"/>
          <ac:picMkLst>
            <pc:docMk/>
            <pc:sldMk cId="2190216850" sldId="325"/>
            <ac:picMk id="5" creationId="{5625AB01-4E14-2157-A211-3F004794E633}"/>
          </ac:picMkLst>
        </pc:picChg>
        <pc:picChg chg="del">
          <ac:chgData name="Sune Sick Andersen" userId="49e9b546-474a-4bde-a688-d87c976b5750" providerId="ADAL" clId="{73A41FA5-6AE3-4B11-9C21-AA290597BBC6}" dt="2026-09-21T15:08:54.216" v="39" actId="478"/>
          <ac:picMkLst>
            <pc:docMk/>
            <pc:sldMk cId="2190216850" sldId="325"/>
            <ac:picMk id="6" creationId="{FFA57143-CB77-1ACE-BAC1-593F4D6D7C52}"/>
          </ac:picMkLst>
        </pc:picChg>
      </pc:sldChg>
      <pc:sldChg chg="add">
        <pc:chgData name="Sune Sick Andersen" userId="49e9b546-474a-4bde-a688-d87c976b5750" providerId="ADAL" clId="{73A41FA5-6AE3-4B11-9C21-AA290597BBC6}" dt="2026-09-21T18:03:21.310" v="888" actId="2890"/>
        <pc:sldMkLst>
          <pc:docMk/>
          <pc:sldMk cId="1004147030" sldId="368"/>
        </pc:sldMkLst>
      </pc:sldChg>
      <pc:sldChg chg="del">
        <pc:chgData name="Sune Sick Andersen" userId="49e9b546-474a-4bde-a688-d87c976b5750" providerId="ADAL" clId="{73A41FA5-6AE3-4B11-9C21-AA290597BBC6}" dt="2026-09-21T17:52:17.783" v="663" actId="47"/>
        <pc:sldMkLst>
          <pc:docMk/>
          <pc:sldMk cId="1753978649" sldId="368"/>
        </pc:sldMkLst>
      </pc:sldChg>
      <pc:sldChg chg="addSp delSp modSp add mod">
        <pc:chgData name="Sune Sick Andersen" userId="49e9b546-474a-4bde-a688-d87c976b5750" providerId="ADAL" clId="{73A41FA5-6AE3-4B11-9C21-AA290597BBC6}" dt="2026-09-21T18:11:55.442" v="971" actId="1076"/>
        <pc:sldMkLst>
          <pc:docMk/>
          <pc:sldMk cId="329181055" sldId="369"/>
        </pc:sldMkLst>
        <pc:spChg chg="mod">
          <ac:chgData name="Sune Sick Andersen" userId="49e9b546-474a-4bde-a688-d87c976b5750" providerId="ADAL" clId="{73A41FA5-6AE3-4B11-9C21-AA290597BBC6}" dt="2026-09-21T18:08:14.656" v="947" actId="20577"/>
          <ac:spMkLst>
            <pc:docMk/>
            <pc:sldMk cId="329181055" sldId="369"/>
            <ac:spMk id="2" creationId="{E528543D-FFC1-A290-D791-C237087CB30E}"/>
          </ac:spMkLst>
        </pc:spChg>
        <pc:spChg chg="add del mod">
          <ac:chgData name="Sune Sick Andersen" userId="49e9b546-474a-4bde-a688-d87c976b5750" providerId="ADAL" clId="{73A41FA5-6AE3-4B11-9C21-AA290597BBC6}" dt="2026-09-21T18:11:11.029" v="965" actId="931"/>
          <ac:spMkLst>
            <pc:docMk/>
            <pc:sldMk cId="329181055" sldId="369"/>
            <ac:spMk id="4" creationId="{058FD9C4-137C-5A3A-011A-3F21E64315D4}"/>
          </ac:spMkLst>
        </pc:spChg>
        <pc:spChg chg="mod">
          <ac:chgData name="Sune Sick Andersen" userId="49e9b546-474a-4bde-a688-d87c976b5750" providerId="ADAL" clId="{73A41FA5-6AE3-4B11-9C21-AA290597BBC6}" dt="2026-09-21T18:11:43.981" v="969" actId="20577"/>
          <ac:spMkLst>
            <pc:docMk/>
            <pc:sldMk cId="329181055" sldId="369"/>
            <ac:spMk id="13" creationId="{A5512871-A6DB-CDFA-0851-B144F6E4CA46}"/>
          </ac:spMkLst>
        </pc:spChg>
        <pc:picChg chg="add del mod ord">
          <ac:chgData name="Sune Sick Andersen" userId="49e9b546-474a-4bde-a688-d87c976b5750" providerId="ADAL" clId="{73A41FA5-6AE3-4B11-9C21-AA290597BBC6}" dt="2026-09-21T18:10:57.350" v="962" actId="931"/>
          <ac:picMkLst>
            <pc:docMk/>
            <pc:sldMk cId="329181055" sldId="369"/>
            <ac:picMk id="6" creationId="{6B84508B-489F-3A35-BC26-8CEF66E61151}"/>
          </ac:picMkLst>
        </pc:picChg>
        <pc:picChg chg="add mod ord modCrop">
          <ac:chgData name="Sune Sick Andersen" userId="49e9b546-474a-4bde-a688-d87c976b5750" providerId="ADAL" clId="{73A41FA5-6AE3-4B11-9C21-AA290597BBC6}" dt="2026-09-21T18:11:55.442" v="971" actId="1076"/>
          <ac:picMkLst>
            <pc:docMk/>
            <pc:sldMk cId="329181055" sldId="369"/>
            <ac:picMk id="8" creationId="{89722A24-D83B-1A77-212E-21A9B7FB152A}"/>
          </ac:picMkLst>
        </pc:picChg>
        <pc:picChg chg="del">
          <ac:chgData name="Sune Sick Andersen" userId="49e9b546-474a-4bde-a688-d87c976b5750" providerId="ADAL" clId="{73A41FA5-6AE3-4B11-9C21-AA290597BBC6}" dt="2026-09-21T18:10:39.871" v="958" actId="478"/>
          <ac:picMkLst>
            <pc:docMk/>
            <pc:sldMk cId="329181055" sldId="369"/>
            <ac:picMk id="12" creationId="{A88A99CB-655C-6B75-13C9-7E18DF200086}"/>
          </ac:picMkLst>
        </pc:picChg>
      </pc:sldChg>
      <pc:sldChg chg="del">
        <pc:chgData name="Sune Sick Andersen" userId="49e9b546-474a-4bde-a688-d87c976b5750" providerId="ADAL" clId="{73A41FA5-6AE3-4B11-9C21-AA290597BBC6}" dt="2026-09-21T17:52:19.946" v="665" actId="47"/>
        <pc:sldMkLst>
          <pc:docMk/>
          <pc:sldMk cId="1080367567" sldId="369"/>
        </pc:sldMkLst>
      </pc:sldChg>
      <pc:sldChg chg="del">
        <pc:chgData name="Sune Sick Andersen" userId="49e9b546-474a-4bde-a688-d87c976b5750" providerId="ADAL" clId="{73A41FA5-6AE3-4B11-9C21-AA290597BBC6}" dt="2026-09-21T17:52:20.329" v="666" actId="47"/>
        <pc:sldMkLst>
          <pc:docMk/>
          <pc:sldMk cId="2383166549" sldId="370"/>
        </pc:sldMkLst>
      </pc:sldChg>
      <pc:sldChg chg="addSp delSp modSp add mod ord">
        <pc:chgData name="Sune Sick Andersen" userId="49e9b546-474a-4bde-a688-d87c976b5750" providerId="ADAL" clId="{73A41FA5-6AE3-4B11-9C21-AA290597BBC6}" dt="2026-09-21T18:15:59.693" v="1013" actId="1076"/>
        <pc:sldMkLst>
          <pc:docMk/>
          <pc:sldMk cId="3798610175" sldId="370"/>
        </pc:sldMkLst>
        <pc:spChg chg="del mod">
          <ac:chgData name="Sune Sick Andersen" userId="49e9b546-474a-4bde-a688-d87c976b5750" providerId="ADAL" clId="{73A41FA5-6AE3-4B11-9C21-AA290597BBC6}" dt="2026-09-21T18:13:49.759" v="984" actId="478"/>
          <ac:spMkLst>
            <pc:docMk/>
            <pc:sldMk cId="3798610175" sldId="370"/>
            <ac:spMk id="3" creationId="{68DBF2FA-1600-9419-9FDE-D52908DE1F90}"/>
          </ac:spMkLst>
        </pc:spChg>
        <pc:spChg chg="mod">
          <ac:chgData name="Sune Sick Andersen" userId="49e9b546-474a-4bde-a688-d87c976b5750" providerId="ADAL" clId="{73A41FA5-6AE3-4B11-9C21-AA290597BBC6}" dt="2026-09-21T18:15:59.693" v="1013" actId="1076"/>
          <ac:spMkLst>
            <pc:docMk/>
            <pc:sldMk cId="3798610175" sldId="370"/>
            <ac:spMk id="4" creationId="{DE3EE3F4-AE82-A9A9-2CF8-D9277AC5FE06}"/>
          </ac:spMkLst>
        </pc:spChg>
        <pc:spChg chg="add del mod">
          <ac:chgData name="Sune Sick Andersen" userId="49e9b546-474a-4bde-a688-d87c976b5750" providerId="ADAL" clId="{73A41FA5-6AE3-4B11-9C21-AA290597BBC6}" dt="2026-09-21T18:14:00.659" v="985" actId="478"/>
          <ac:spMkLst>
            <pc:docMk/>
            <pc:sldMk cId="3798610175" sldId="370"/>
            <ac:spMk id="6" creationId="{0D5EFD6C-23E8-DB65-79A4-D942B9552553}"/>
          </ac:spMkLst>
        </pc:spChg>
      </pc:sldChg>
      <pc:sldChg chg="addSp delSp modSp add mod">
        <pc:chgData name="Sune Sick Andersen" userId="49e9b546-474a-4bde-a688-d87c976b5750" providerId="ADAL" clId="{73A41FA5-6AE3-4B11-9C21-AA290597BBC6}" dt="2026-09-21T18:18:38.163" v="1081" actId="403"/>
        <pc:sldMkLst>
          <pc:docMk/>
          <pc:sldMk cId="810303958" sldId="371"/>
        </pc:sldMkLst>
        <pc:spChg chg="add mod">
          <ac:chgData name="Sune Sick Andersen" userId="49e9b546-474a-4bde-a688-d87c976b5750" providerId="ADAL" clId="{73A41FA5-6AE3-4B11-9C21-AA290597BBC6}" dt="2026-09-21T18:18:38.163" v="1081" actId="403"/>
          <ac:spMkLst>
            <pc:docMk/>
            <pc:sldMk cId="810303958" sldId="371"/>
            <ac:spMk id="3" creationId="{C4444B1C-7ABB-9B35-E39F-2156DD3AC6F2}"/>
          </ac:spMkLst>
        </pc:spChg>
        <pc:spChg chg="del mod">
          <ac:chgData name="Sune Sick Andersen" userId="49e9b546-474a-4bde-a688-d87c976b5750" providerId="ADAL" clId="{73A41FA5-6AE3-4B11-9C21-AA290597BBC6}" dt="2026-09-21T18:17:05.642" v="1018" actId="478"/>
          <ac:spMkLst>
            <pc:docMk/>
            <pc:sldMk cId="810303958" sldId="371"/>
            <ac:spMk id="4" creationId="{C428A43B-09F8-4607-C02F-31CDA669AC46}"/>
          </ac:spMkLst>
        </pc:spChg>
      </pc:sldChg>
      <pc:sldChg chg="del">
        <pc:chgData name="Sune Sick Andersen" userId="49e9b546-474a-4bde-a688-d87c976b5750" providerId="ADAL" clId="{73A41FA5-6AE3-4B11-9C21-AA290597BBC6}" dt="2026-09-21T17:52:20.738" v="667" actId="47"/>
        <pc:sldMkLst>
          <pc:docMk/>
          <pc:sldMk cId="4206362357" sldId="371"/>
        </pc:sldMkLst>
      </pc:sldChg>
      <pc:sldChg chg="modSp add mod">
        <pc:chgData name="Sune Sick Andersen" userId="49e9b546-474a-4bde-a688-d87c976b5750" providerId="ADAL" clId="{73A41FA5-6AE3-4B11-9C21-AA290597BBC6}" dt="2026-09-21T18:21:26.734" v="1148" actId="20577"/>
        <pc:sldMkLst>
          <pc:docMk/>
          <pc:sldMk cId="3094357013" sldId="372"/>
        </pc:sldMkLst>
        <pc:spChg chg="mod">
          <ac:chgData name="Sune Sick Andersen" userId="49e9b546-474a-4bde-a688-d87c976b5750" providerId="ADAL" clId="{73A41FA5-6AE3-4B11-9C21-AA290597BBC6}" dt="2026-09-21T18:21:26.734" v="1148" actId="20577"/>
          <ac:spMkLst>
            <pc:docMk/>
            <pc:sldMk cId="3094357013" sldId="372"/>
            <ac:spMk id="3" creationId="{C23999DD-0608-B890-2F94-7BD956607C68}"/>
          </ac:spMkLst>
        </pc:spChg>
      </pc:sldChg>
      <pc:sldChg chg="del">
        <pc:chgData name="Sune Sick Andersen" userId="49e9b546-474a-4bde-a688-d87c976b5750" providerId="ADAL" clId="{73A41FA5-6AE3-4B11-9C21-AA290597BBC6}" dt="2026-09-21T17:52:21.804" v="668" actId="47"/>
        <pc:sldMkLst>
          <pc:docMk/>
          <pc:sldMk cId="3775001400" sldId="372"/>
        </pc:sldMkLst>
      </pc:sldChg>
      <pc:sldChg chg="modSp del">
        <pc:chgData name="Sune Sick Andersen" userId="49e9b546-474a-4bde-a688-d87c976b5750" providerId="ADAL" clId="{73A41FA5-6AE3-4B11-9C21-AA290597BBC6}" dt="2026-09-21T17:52:18.411" v="664" actId="47"/>
        <pc:sldMkLst>
          <pc:docMk/>
          <pc:sldMk cId="3900494754" sldId="3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FE5A1-A7A8-AE4F-9B7B-3BDC9FB76494}" type="datetimeFigureOut">
              <a:rPr lang="en-DK" smtClean="0"/>
              <a:t>09/21/2026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BDE93-25E6-104A-85A4-3E10B1025A46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0022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BDE93-25E6-104A-85A4-3E10B1025A46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357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>
            <a:extLst>
              <a:ext uri="{FF2B5EF4-FFF2-40B4-BE49-F238E27FC236}">
                <a16:creationId xmlns:a16="http://schemas.microsoft.com/office/drawing/2014/main" id="{76630AA7-05A7-4AB9-C85D-C9E186A567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5750" y="1416050"/>
            <a:ext cx="2280360" cy="441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DK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tekst typografier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TAB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frem i tekst-niveauer. 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ENTER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derefter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TAB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skifte fra et niveau til et næste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tilbage i tekst-niveauer,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SHIFT+TAB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Alternativt kan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Forøg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Formindsk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listeniveau bruges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TIP: 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bullet knappen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Fjern bullet for almindelig tekst.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bullet knappen for at sætte korrekt bullet på igen.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nyt slide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menupunktet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 indsætte et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Ændre slide layouts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pilen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ved siden af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få vist en dropdown menu af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mulige slides layout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dit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nuværende layout til et alternativt</a:t>
            </a:r>
          </a:p>
        </p:txBody>
      </p:sp>
      <p:pic>
        <p:nvPicPr>
          <p:cNvPr id="8" name="1 Forøg formindsk">
            <a:extLst>
              <a:ext uri="{FF2B5EF4-FFF2-40B4-BE49-F238E27FC236}">
                <a16:creationId xmlns:a16="http://schemas.microsoft.com/office/drawing/2014/main" id="{AC142B4A-AB40-864C-59F5-D0C3F3A5DD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6547" y="2531466"/>
            <a:ext cx="549328" cy="285228"/>
          </a:xfrm>
          <a:prstGeom prst="rect">
            <a:avLst/>
          </a:prstGeom>
        </p:spPr>
      </p:pic>
      <p:pic>
        <p:nvPicPr>
          <p:cNvPr id="9" name="2 Ny slide">
            <a:extLst>
              <a:ext uri="{FF2B5EF4-FFF2-40B4-BE49-F238E27FC236}">
                <a16:creationId xmlns:a16="http://schemas.microsoft.com/office/drawing/2014/main" id="{2EFC9A24-5716-57C3-BBE6-79A2D456A3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31" r="60888"/>
          <a:stretch>
            <a:fillRect/>
          </a:stretch>
        </p:blipFill>
        <p:spPr>
          <a:xfrm>
            <a:off x="2460466" y="4104614"/>
            <a:ext cx="363713" cy="647461"/>
          </a:xfrm>
          <a:prstGeom prst="rect">
            <a:avLst/>
          </a:prstGeom>
        </p:spPr>
      </p:pic>
      <p:pic>
        <p:nvPicPr>
          <p:cNvPr id="10" name="3 Layout">
            <a:extLst>
              <a:ext uri="{FF2B5EF4-FFF2-40B4-BE49-F238E27FC236}">
                <a16:creationId xmlns:a16="http://schemas.microsoft.com/office/drawing/2014/main" id="{EB7DB078-88C5-F96C-D6E4-8A1AE11686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6944" r="2272" b="69429"/>
          <a:stretch>
            <a:fillRect/>
          </a:stretch>
        </p:blipFill>
        <p:spPr>
          <a:xfrm>
            <a:off x="2475931" y="4980245"/>
            <a:ext cx="593368" cy="192211"/>
          </a:xfrm>
          <a:prstGeom prst="rect">
            <a:avLst/>
          </a:prstGeom>
        </p:spPr>
      </p:pic>
      <p:pic>
        <p:nvPicPr>
          <p:cNvPr id="11" name="4 Nulstil">
            <a:extLst>
              <a:ext uri="{FF2B5EF4-FFF2-40B4-BE49-F238E27FC236}">
                <a16:creationId xmlns:a16="http://schemas.microsoft.com/office/drawing/2014/main" id="{B308E9D0-99A1-CDAA-DB4F-1638BD4C30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1362" y="4554277"/>
            <a:ext cx="547241" cy="197798"/>
          </a:xfrm>
          <a:prstGeom prst="rect">
            <a:avLst/>
          </a:prstGeom>
        </p:spPr>
      </p:pic>
      <p:sp>
        <p:nvSpPr>
          <p:cNvPr id="12" name="Text Box 3">
            <a:extLst>
              <a:ext uri="{FF2B5EF4-FFF2-40B4-BE49-F238E27FC236}">
                <a16:creationId xmlns:a16="http://schemas.microsoft.com/office/drawing/2014/main" id="{E309E068-1293-1660-1004-30EEF761F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94529" y="1416050"/>
            <a:ext cx="2786833" cy="401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DK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A. Indsæt firma billede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den blå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Templafy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 drop ned menuen, vælg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i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 Templafy vinduet i højre side af skærmen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B. Browse efter andre billeder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 Tools-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knappen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som findes under firma fanen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browse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efter et billede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se 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Vis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sæt hak ved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Alt + F9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hurtig visning af hjælpelinjer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nulstille placering, størrelse og formatering af pladsholdere til layoutets oprindelige design</a:t>
            </a:r>
            <a:endParaRPr lang="da-DK" alt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uppe 18">
            <a:extLst>
              <a:ext uri="{FF2B5EF4-FFF2-40B4-BE49-F238E27FC236}">
                <a16:creationId xmlns:a16="http://schemas.microsoft.com/office/drawing/2014/main" id="{15537857-1504-D088-B3A5-A9966445452F}"/>
              </a:ext>
            </a:extLst>
          </p:cNvPr>
          <p:cNvGrpSpPr/>
          <p:nvPr userDrawn="1"/>
        </p:nvGrpSpPr>
        <p:grpSpPr>
          <a:xfrm>
            <a:off x="6981362" y="1440585"/>
            <a:ext cx="676669" cy="997704"/>
            <a:chOff x="6442771" y="2574072"/>
            <a:chExt cx="676669" cy="997704"/>
          </a:xfrm>
        </p:grpSpPr>
        <p:pic>
          <p:nvPicPr>
            <p:cNvPr id="14" name="Billede 19">
              <a:extLst>
                <a:ext uri="{FF2B5EF4-FFF2-40B4-BE49-F238E27FC236}">
                  <a16:creationId xmlns:a16="http://schemas.microsoft.com/office/drawing/2014/main" id="{07541342-6E33-661B-02EE-7BD52356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15" name="Billede 20">
              <a:extLst>
                <a:ext uri="{FF2B5EF4-FFF2-40B4-BE49-F238E27FC236}">
                  <a16:creationId xmlns:a16="http://schemas.microsoft.com/office/drawing/2014/main" id="{C9AD1F3D-E431-FDBD-EBF2-20B0BC300E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32" t="16308" r="2422" b="1509"/>
            <a:stretch>
              <a:fillRect/>
            </a:stretch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sp>
        <p:nvSpPr>
          <p:cNvPr id="16" name="Text Box 3">
            <a:extLst>
              <a:ext uri="{FF2B5EF4-FFF2-40B4-BE49-F238E27FC236}">
                <a16:creationId xmlns:a16="http://schemas.microsoft.com/office/drawing/2014/main" id="{76E6BFAC-F81D-6A21-3ED5-E352126E29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583" y="1416050"/>
            <a:ext cx="256625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DK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På slides med billedpladsholder eller hvilken som helst anden pladsholder, klik på pladsholderens kant.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Shift nede og klik på pladsholderen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billedets fokus/størrelse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Ønsker du at skalere billedet, så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 nede, mens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 trækker i billedets hjørner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Hvis du sletter billedet og indsætter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 nyt, kan billedet lægge sig foran tekst og grafik. Hvis dette sker, højreklik på billedet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Placer bagest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justere sidenummerering, </a:t>
            </a:r>
            <a:b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dato og sidefod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Gør dette som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det sidste i din præsentation,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så det slår igennem på alle slides</a:t>
            </a:r>
            <a:endParaRPr 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Sidehoved og Sidefod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(indtast evt. tekst i sidefod)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 på alle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hvis det kun skal være på et enkelt slide</a:t>
            </a:r>
          </a:p>
        </p:txBody>
      </p:sp>
      <p:pic>
        <p:nvPicPr>
          <p:cNvPr id="17" name="6 Beskær">
            <a:extLst>
              <a:ext uri="{FF2B5EF4-FFF2-40B4-BE49-F238E27FC236}">
                <a16:creationId xmlns:a16="http://schemas.microsoft.com/office/drawing/2014/main" id="{496FCE3E-A34F-B3AD-2B09-A16EDAB3C1B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96525" y="1595200"/>
            <a:ext cx="337400" cy="321707"/>
          </a:xfrm>
          <a:prstGeom prst="rect">
            <a:avLst/>
          </a:prstGeom>
        </p:spPr>
      </p:pic>
      <p:pic>
        <p:nvPicPr>
          <p:cNvPr id="18" name="7 Skalér billede">
            <a:extLst>
              <a:ext uri="{FF2B5EF4-FFF2-40B4-BE49-F238E27FC236}">
                <a16:creationId xmlns:a16="http://schemas.microsoft.com/office/drawing/2014/main" id="{0B98F24F-7099-D768-58DC-CE24D4C6AFC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96525" y="2438289"/>
            <a:ext cx="359695" cy="335309"/>
          </a:xfrm>
          <a:prstGeom prst="rect">
            <a:avLst/>
          </a:prstGeom>
        </p:spPr>
      </p:pic>
      <p:sp>
        <p:nvSpPr>
          <p:cNvPr id="19" name="Fast overskrift">
            <a:extLst>
              <a:ext uri="{FF2B5EF4-FFF2-40B4-BE49-F238E27FC236}">
                <a16:creationId xmlns:a16="http://schemas.microsoft.com/office/drawing/2014/main" id="{1AB91BDE-3B1A-D1F9-299C-F9FBC6CB1612}"/>
              </a:ext>
            </a:extLst>
          </p:cNvPr>
          <p:cNvSpPr txBox="1"/>
          <p:nvPr userDrawn="1"/>
        </p:nvSpPr>
        <p:spPr>
          <a:xfrm>
            <a:off x="285750" y="341583"/>
            <a:ext cx="10752137" cy="4909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da-DK" sz="3200" b="0" cap="none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Brugerguide - Slet før anvendelse</a:t>
            </a:r>
          </a:p>
        </p:txBody>
      </p:sp>
    </p:spTree>
    <p:extLst>
      <p:ext uri="{BB962C8B-B14F-4D97-AF65-F5344CB8AC3E}">
        <p14:creationId xmlns:p14="http://schemas.microsoft.com/office/powerpoint/2010/main" val="23179102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- Citat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8025CF-EE5F-5D76-00DD-B0636186E6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71025" y="4049713"/>
            <a:ext cx="2400300" cy="1779587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0F58D61-499A-C58D-16C6-15891764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42142"/>
            <a:ext cx="6103175" cy="237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8800">
                <a:solidFill>
                  <a:srgbClr val="FFF387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93258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lide -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518B170-0564-DA2A-F35D-7A65527D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919" y="3833094"/>
            <a:ext cx="6581628" cy="2376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2C93EA-FFD1-40C9-77D8-FA4BD84041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792663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78588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lide - S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518B170-0564-DA2A-F35D-7A65527D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00" y="356766"/>
            <a:ext cx="5245782" cy="34016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5400">
                <a:solidFill>
                  <a:schemeClr val="accent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1778AB-7C91-613C-52D9-E07DACB04B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07869" y="0"/>
            <a:ext cx="6384131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6452434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killeslide -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518B170-0564-DA2A-F35D-7A65527D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8" y="249843"/>
            <a:ext cx="5130027" cy="42482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2C93EA-FFD1-40C9-77D8-FA4BD84041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02982" y="0"/>
            <a:ext cx="21890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FBE7F7FD-8299-C42D-D6DB-7A90F62D5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3964" y="0"/>
            <a:ext cx="21890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EF5D36C-6781-65C6-BFA1-1B4281DC6A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24945" y="0"/>
            <a:ext cx="21890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055705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-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3F4456-7313-B26F-E84A-B1325257C60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109" y="0"/>
            <a:ext cx="7092418" cy="6210300"/>
          </a:xfrm>
          <a:prstGeom prst="rect">
            <a:avLst/>
          </a:prstGeom>
        </p:spPr>
        <p:txBody>
          <a:bodyPr/>
          <a:lstStyle/>
          <a:p>
            <a:r>
              <a:rPr lang="en-DK"/>
              <a:t>Billede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646E794-F40A-3DE8-2972-AACD7BE5AAC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93527" y="0"/>
            <a:ext cx="5098474" cy="6210300"/>
          </a:xfrm>
          <a:prstGeom prst="rect">
            <a:avLst/>
          </a:prstGeom>
        </p:spPr>
        <p:txBody>
          <a:bodyPr/>
          <a:lstStyle/>
          <a:p>
            <a:r>
              <a:rPr lang="en-DK"/>
              <a:t>Billede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A11C1-399B-A96A-9EC6-AB558C3640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4367" y="3713018"/>
            <a:ext cx="5061960" cy="2125086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036570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lide - Gu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D2C1B6A-2F92-8CE5-91EF-0B7B40FB9EBD}"/>
              </a:ext>
            </a:extLst>
          </p:cNvPr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CC478F5-7C9A-805A-D443-D3951F27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da-DK" dirty="0"/>
              <a:t>Klik for at redigere i master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4A0E90-BC3F-9E93-4B9F-364191489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" y="1540172"/>
            <a:ext cx="10800000" cy="3841750"/>
          </a:xfrm>
          <a:prstGeom prst="rect">
            <a:avLst/>
          </a:prstGeom>
        </p:spPr>
        <p:txBody>
          <a:bodyPr numCol="2" spcCol="360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0385685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lid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56CAE12-8627-1478-E924-3BAC190E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1464DAD-00B5-F563-3E7C-12114E996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" y="1540172"/>
            <a:ext cx="10800000" cy="3841750"/>
          </a:xfrm>
          <a:prstGeom prst="rect">
            <a:avLst/>
          </a:prstGeom>
        </p:spPr>
        <p:txBody>
          <a:bodyPr numCol="2" spcCol="360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563662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lide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7905C24-2235-E40C-870E-EF59110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27DF23-49C1-81E6-A14C-CF1A06B40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000" y="1540172"/>
            <a:ext cx="10800000" cy="3841750"/>
          </a:xfrm>
          <a:prstGeom prst="rect">
            <a:avLst/>
          </a:prstGeom>
        </p:spPr>
        <p:txBody>
          <a:bodyPr numCol="2" spcCol="360000"/>
          <a:lstStyle>
            <a:lvl1pPr>
              <a:defRPr sz="1400">
                <a:solidFill>
                  <a:schemeClr val="accent4"/>
                </a:solidFill>
              </a:defRPr>
            </a:lvl1pPr>
            <a:lvl2pPr>
              <a:defRPr sz="1400">
                <a:solidFill>
                  <a:schemeClr val="accent4"/>
                </a:solidFill>
              </a:defRPr>
            </a:lvl2pPr>
            <a:lvl3pPr>
              <a:defRPr sz="1400">
                <a:solidFill>
                  <a:schemeClr val="accent4"/>
                </a:solidFill>
              </a:defRPr>
            </a:lvl3pPr>
            <a:lvl4pPr>
              <a:defRPr sz="1400">
                <a:solidFill>
                  <a:schemeClr val="accent4"/>
                </a:solidFill>
              </a:defRPr>
            </a:lvl4pPr>
            <a:lvl5pPr>
              <a:defRPr sz="14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9495321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 som punktlist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F8E37B7D-F254-E143-03CB-4CEF9058E6E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15583" y="0"/>
            <a:ext cx="6076418" cy="6210300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  <p:sp>
        <p:nvSpPr>
          <p:cNvPr id="5" name="Picture Placeholder 27">
            <a:extLst>
              <a:ext uri="{FF2B5EF4-FFF2-40B4-BE49-F238E27FC236}">
                <a16:creationId xmlns:a16="http://schemas.microsoft.com/office/drawing/2014/main" id="{768E2FF8-96FF-E15A-95F3-83E29D5E2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5403" y="1886305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6" name="Picture Placeholder 27">
            <a:extLst>
              <a:ext uri="{FF2B5EF4-FFF2-40B4-BE49-F238E27FC236}">
                <a16:creationId xmlns:a16="http://schemas.microsoft.com/office/drawing/2014/main" id="{A89D892A-F6C9-B71E-6BE5-2CB31C0AB0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403" y="2739211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7" name="Picture Placeholder 27">
            <a:extLst>
              <a:ext uri="{FF2B5EF4-FFF2-40B4-BE49-F238E27FC236}">
                <a16:creationId xmlns:a16="http://schemas.microsoft.com/office/drawing/2014/main" id="{1B044881-5EC1-10D5-8DCB-FDD2C64991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75403" y="3592117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4" name="Picture Placeholder 27">
            <a:extLst>
              <a:ext uri="{FF2B5EF4-FFF2-40B4-BE49-F238E27FC236}">
                <a16:creationId xmlns:a16="http://schemas.microsoft.com/office/drawing/2014/main" id="{B9939426-E7D1-1190-6401-7F9910A62E5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75403" y="4445023"/>
            <a:ext cx="382588" cy="31822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2C6DB36-429C-609D-D03F-6005AFE7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5509188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C82385-3B86-EB47-530E-A4F6520BF0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13" y="1887538"/>
            <a:ext cx="4845050" cy="31010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endParaRPr lang="en-DK" sz="1400"/>
          </a:p>
        </p:txBody>
      </p:sp>
    </p:spTree>
    <p:extLst>
      <p:ext uri="{BB962C8B-B14F-4D97-AF65-F5344CB8AC3E}">
        <p14:creationId xmlns:p14="http://schemas.microsoft.com/office/powerpoint/2010/main" val="102076219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kon slide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6F0E75B-57CA-DE3F-EEA1-7C0D7113A24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85750" y="2252663"/>
            <a:ext cx="1379538" cy="1381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A6E52B-A7C7-9026-CF8A-BDB7722C18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749" y="3879850"/>
            <a:ext cx="4644000" cy="203200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4"/>
                </a:solidFill>
              </a:defRPr>
            </a:lvl1pPr>
            <a:lvl2pPr>
              <a:defRPr sz="1400">
                <a:solidFill>
                  <a:schemeClr val="accent4"/>
                </a:solidFill>
              </a:defRPr>
            </a:lvl2pPr>
            <a:lvl3pPr>
              <a:defRPr sz="1400">
                <a:solidFill>
                  <a:schemeClr val="accent4"/>
                </a:solidFill>
              </a:defRPr>
            </a:lvl3pPr>
            <a:lvl4pPr>
              <a:defRPr sz="1400">
                <a:solidFill>
                  <a:schemeClr val="accent4"/>
                </a:solidFill>
              </a:defRPr>
            </a:lvl4pPr>
            <a:lvl5pPr>
              <a:defRPr sz="14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E1C0CE2-AF60-CD96-9B10-CFCA41D0C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21351" y="3879850"/>
            <a:ext cx="4644000" cy="203200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4"/>
                </a:solidFill>
              </a:defRPr>
            </a:lvl1pPr>
            <a:lvl2pPr>
              <a:defRPr sz="1400">
                <a:solidFill>
                  <a:schemeClr val="accent4"/>
                </a:solidFill>
              </a:defRPr>
            </a:lvl2pPr>
            <a:lvl3pPr>
              <a:defRPr sz="1400">
                <a:solidFill>
                  <a:schemeClr val="accent4"/>
                </a:solidFill>
              </a:defRPr>
            </a:lvl3pPr>
            <a:lvl4pPr>
              <a:defRPr sz="1400">
                <a:solidFill>
                  <a:schemeClr val="accent4"/>
                </a:solidFill>
              </a:defRPr>
            </a:lvl4pPr>
            <a:lvl5pPr>
              <a:defRPr sz="14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   </a:t>
            </a:r>
          </a:p>
          <a:p>
            <a:pPr lvl="4"/>
            <a:r>
              <a:rPr lang="en-GB"/>
              <a:t>Fifth level            </a:t>
            </a:r>
            <a:endParaRPr lang="en-DK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10A8956-D63C-B263-82E3-594A392B37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72010" y="2252663"/>
            <a:ext cx="1379538" cy="1381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38E0CCF-C2EE-7942-3780-D6AA446D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56766"/>
            <a:ext cx="10195273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7216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k slid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5E5A082-0EAA-58EF-3390-14529BD60F0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2500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DFDDE53-8EE3-37FD-FD1D-B972DC73F39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48205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6EF91E5-6190-3427-23CE-31E668119C2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59847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47BCBFC-640A-A4A6-C17A-4B94EBBF70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5447" y="2141538"/>
            <a:ext cx="2401888" cy="2401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86CC69D-8AD9-F1B7-E720-678650B6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0333818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5850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 Slide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0E17951-E51E-D81E-09E7-3CD5BBD2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080" y="587675"/>
            <a:ext cx="536792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da-DK" noProof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35E1528-7096-98EE-E6CF-CE7AE5225D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20080" y="2001990"/>
            <a:ext cx="5367920" cy="296625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indent="0">
              <a:buNone/>
            </a:pPr>
            <a:endParaRPr lang="en-DK" sz="14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A39010-7C0C-F2CE-664D-37D7DD1D47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32798" y="2001838"/>
            <a:ext cx="2946400" cy="2947987"/>
          </a:xfrm>
          <a:prstGeom prst="rect">
            <a:avLst/>
          </a:prstGeom>
        </p:spPr>
        <p:txBody>
          <a:bodyPr/>
          <a:lstStyle/>
          <a:p>
            <a:r>
              <a:rPr lang="en-DK"/>
              <a:t>Ikon</a:t>
            </a:r>
          </a:p>
        </p:txBody>
      </p:sp>
    </p:spTree>
    <p:extLst>
      <p:ext uri="{BB962C8B-B14F-4D97-AF65-F5344CB8AC3E}">
        <p14:creationId xmlns:p14="http://schemas.microsoft.com/office/powerpoint/2010/main" val="181216867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slide m. ikon -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32DFDB0-FAC1-1D65-9D25-FD0F3532AA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75218" cy="62100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DK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C0D8495-D036-1EC0-BC47-DE6B7E52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54" y="384475"/>
            <a:ext cx="4741643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endParaRPr lang="da-DK" noProof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E97232E-147F-338B-C86F-37BA6419A5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14954" y="3729750"/>
            <a:ext cx="4741643" cy="206145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0" indent="0">
              <a:buNone/>
            </a:pPr>
            <a:endParaRPr lang="en-DK" sz="140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95070D7-D1AA-F0B7-6953-8109F2C39F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954" y="2301875"/>
            <a:ext cx="1127125" cy="1127125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9118372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 opstilling slide - So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ontent Placeholder 9">
            <a:extLst>
              <a:ext uri="{FF2B5EF4-FFF2-40B4-BE49-F238E27FC236}">
                <a16:creationId xmlns:a16="http://schemas.microsoft.com/office/drawing/2014/main" id="{564A8AB2-6C5E-11FF-0CA0-8000EB2D5F8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5358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69" name="Content Placeholder 9">
            <a:extLst>
              <a:ext uri="{FF2B5EF4-FFF2-40B4-BE49-F238E27FC236}">
                <a16:creationId xmlns:a16="http://schemas.microsoft.com/office/drawing/2014/main" id="{E0188C4E-7EFD-963E-4369-0583E2DAD5D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195246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70" name="Content Placeholder 9">
            <a:extLst>
              <a:ext uri="{FF2B5EF4-FFF2-40B4-BE49-F238E27FC236}">
                <a16:creationId xmlns:a16="http://schemas.microsoft.com/office/drawing/2014/main" id="{B6BC7CB8-1F75-2B8A-646F-FB10818F3195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015021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71" name="Content Placeholder 9">
            <a:extLst>
              <a:ext uri="{FF2B5EF4-FFF2-40B4-BE49-F238E27FC236}">
                <a16:creationId xmlns:a16="http://schemas.microsoft.com/office/drawing/2014/main" id="{44199122-EF22-CF15-69B5-B8DA3158438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05134" y="2184343"/>
            <a:ext cx="666194" cy="648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err="1"/>
              <a:t>Infografik</a:t>
            </a:r>
            <a:endParaRPr lang="en-DK"/>
          </a:p>
        </p:txBody>
      </p:sp>
      <p:sp>
        <p:nvSpPr>
          <p:cNvPr id="59" name="Text Placeholder 23">
            <a:extLst>
              <a:ext uri="{FF2B5EF4-FFF2-40B4-BE49-F238E27FC236}">
                <a16:creationId xmlns:a16="http://schemas.microsoft.com/office/drawing/2014/main" id="{A785DD53-B52E-6841-93CE-47D466C8ED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5358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542588FD-3D85-637E-21BF-E1601C4024B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195246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C8935A73-14D3-3279-78D3-B003B005FF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05134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62" name="Text Placeholder 23">
            <a:extLst>
              <a:ext uri="{FF2B5EF4-FFF2-40B4-BE49-F238E27FC236}">
                <a16:creationId xmlns:a16="http://schemas.microsoft.com/office/drawing/2014/main" id="{F08C130C-516C-3B81-93DA-4CED26418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15021" y="3062217"/>
            <a:ext cx="2011223" cy="2409171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>
              <a:lnSpc>
                <a:spcPct val="100000"/>
              </a:lnSpc>
              <a:spcBef>
                <a:spcPct val="20000"/>
              </a:spcBef>
            </a:pPr>
            <a:endParaRPr lang="da-DK" sz="1200">
              <a:solidFill>
                <a:schemeClr val="accent4"/>
              </a:solidFill>
            </a:endParaRPr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F0A47828-7C35-9174-0431-B59D1C5303BE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E562BDA6-2912-9C70-9A9B-95EB138809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4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4F054845-8B11-785D-6430-552D4D11B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8C2CACB4-A75A-7CA9-3B50-5F775D873F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9350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01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3A79CE12-6DCB-0113-5964-307988BC6E7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1724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02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49F26D93-C4B8-9094-00E3-F0018CFE02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4098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03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4FC37B8F-D43A-A07A-270F-11A6376740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6469" y="2352768"/>
            <a:ext cx="558211" cy="311150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accent4"/>
                </a:solidFill>
              </a:defRPr>
            </a:lvl1pPr>
            <a:lvl2pPr>
              <a:defRPr sz="2000">
                <a:solidFill>
                  <a:schemeClr val="accent4"/>
                </a:solidFill>
              </a:defRPr>
            </a:lvl2pPr>
            <a:lvl3pPr>
              <a:defRPr sz="2000">
                <a:solidFill>
                  <a:schemeClr val="accent4"/>
                </a:solidFill>
              </a:defRPr>
            </a:lvl3pPr>
            <a:lvl4pPr>
              <a:defRPr sz="2000">
                <a:solidFill>
                  <a:schemeClr val="accent4"/>
                </a:solidFill>
              </a:defRPr>
            </a:lvl4pPr>
            <a:lvl5pPr>
              <a:defRPr sz="20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DK"/>
              <a:t>04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2F8CF76-F016-D432-7FBC-A31F1C44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0738244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24643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7F8CAB-EDF1-C72F-2603-721B89D83C88}"/>
              </a:ext>
            </a:extLst>
          </p:cNvPr>
          <p:cNvSpPr/>
          <p:nvPr userDrawn="1"/>
        </p:nvSpPr>
        <p:spPr>
          <a:xfrm>
            <a:off x="9169236" y="1531091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0B886-6036-6328-E479-F80CB503E291}"/>
              </a:ext>
            </a:extLst>
          </p:cNvPr>
          <p:cNvSpPr/>
          <p:nvPr userDrawn="1"/>
        </p:nvSpPr>
        <p:spPr>
          <a:xfrm>
            <a:off x="9169236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29E873-EA11-0923-F12E-FD11249D27A3}"/>
              </a:ext>
            </a:extLst>
          </p:cNvPr>
          <p:cNvSpPr/>
          <p:nvPr userDrawn="1"/>
        </p:nvSpPr>
        <p:spPr>
          <a:xfrm>
            <a:off x="0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9CE01-FB6E-C5FE-B051-E73BE0F82246}"/>
              </a:ext>
            </a:extLst>
          </p:cNvPr>
          <p:cNvSpPr/>
          <p:nvPr userDrawn="1"/>
        </p:nvSpPr>
        <p:spPr>
          <a:xfrm>
            <a:off x="6112000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5709F-112B-E5AF-6364-CD21A9F46271}"/>
              </a:ext>
            </a:extLst>
          </p:cNvPr>
          <p:cNvSpPr/>
          <p:nvPr userDrawn="1"/>
        </p:nvSpPr>
        <p:spPr>
          <a:xfrm>
            <a:off x="3056000" y="3904837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4115D6-1876-5CAD-74A0-A9E79EAB35EF}"/>
              </a:ext>
            </a:extLst>
          </p:cNvPr>
          <p:cNvSpPr/>
          <p:nvPr userDrawn="1"/>
        </p:nvSpPr>
        <p:spPr>
          <a:xfrm>
            <a:off x="0" y="1533313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A31C9-7F10-9AA8-CC48-7F360F157D7A}"/>
              </a:ext>
            </a:extLst>
          </p:cNvPr>
          <p:cNvSpPr/>
          <p:nvPr userDrawn="1"/>
        </p:nvSpPr>
        <p:spPr>
          <a:xfrm>
            <a:off x="6108412" y="1533313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a-DK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9B6C6-4A7E-ECB6-2A20-3BC668A2F3F4}"/>
              </a:ext>
            </a:extLst>
          </p:cNvPr>
          <p:cNvSpPr/>
          <p:nvPr userDrawn="1"/>
        </p:nvSpPr>
        <p:spPr>
          <a:xfrm>
            <a:off x="3054206" y="1533313"/>
            <a:ext cx="3024000" cy="233738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>
              <a:solidFill>
                <a:schemeClr val="bg1"/>
              </a:solidFill>
            </a:endParaRPr>
          </a:p>
        </p:txBody>
      </p:sp>
      <p:sp>
        <p:nvSpPr>
          <p:cNvPr id="11" name="Picture Placeholder 27">
            <a:extLst>
              <a:ext uri="{FF2B5EF4-FFF2-40B4-BE49-F238E27FC236}">
                <a16:creationId xmlns:a16="http://schemas.microsoft.com/office/drawing/2014/main" id="{00D07C02-5C94-0792-2AA0-550E78EFEC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6550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5" name="Picture Placeholder 27">
            <a:extLst>
              <a:ext uri="{FF2B5EF4-FFF2-40B4-BE49-F238E27FC236}">
                <a16:creationId xmlns:a16="http://schemas.microsoft.com/office/drawing/2014/main" id="{D0535050-CBF2-F185-720F-C699C6D3E5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6931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6" name="Picture Placeholder 27">
            <a:extLst>
              <a:ext uri="{FF2B5EF4-FFF2-40B4-BE49-F238E27FC236}">
                <a16:creationId xmlns:a16="http://schemas.microsoft.com/office/drawing/2014/main" id="{308CB96D-343E-FF3D-85B2-818CB6CB241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14456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7" name="Picture Placeholder 27">
            <a:extLst>
              <a:ext uri="{FF2B5EF4-FFF2-40B4-BE49-F238E27FC236}">
                <a16:creationId xmlns:a16="http://schemas.microsoft.com/office/drawing/2014/main" id="{9C251A4F-B6B9-8CCB-1A99-6406788328A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79125" y="1753372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8" name="Picture Placeholder 27">
            <a:extLst>
              <a:ext uri="{FF2B5EF4-FFF2-40B4-BE49-F238E27FC236}">
                <a16:creationId xmlns:a16="http://schemas.microsoft.com/office/drawing/2014/main" id="{7929B287-620D-43F2-01F8-79AE3AE614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6550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19" name="Picture Placeholder 27">
            <a:extLst>
              <a:ext uri="{FF2B5EF4-FFF2-40B4-BE49-F238E27FC236}">
                <a16:creationId xmlns:a16="http://schemas.microsoft.com/office/drawing/2014/main" id="{D6A6C02D-B817-EB3C-C69E-D40EBE77A97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56931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0" name="Picture Placeholder 27">
            <a:extLst>
              <a:ext uri="{FF2B5EF4-FFF2-40B4-BE49-F238E27FC236}">
                <a16:creationId xmlns:a16="http://schemas.microsoft.com/office/drawing/2014/main" id="{3F5DDD69-7E7F-4F82-BFF3-E6C79BF89CF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14456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1" name="Picture Placeholder 27">
            <a:extLst>
              <a:ext uri="{FF2B5EF4-FFF2-40B4-BE49-F238E27FC236}">
                <a16:creationId xmlns:a16="http://schemas.microsoft.com/office/drawing/2014/main" id="{04BEDC2B-076C-3BEB-815C-B1A98F5238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379125" y="4117953"/>
            <a:ext cx="382588" cy="382587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Ikon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24A22E2-F4EE-4F42-89E7-67116ED4B75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06550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D5534D2-B8AD-7E88-2A35-6673CAC874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6550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86CD84AA-29E0-2BD5-EE97-4F348C4B474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50951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27AF8464-DEC0-BF04-22B4-D5F93090E6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50951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A414306A-7F6B-84AB-096F-9313B31FFE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18151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C36D81D-180B-1C27-6214-E28CC8D37B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18151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6B6F87C8-3B39-FD13-788E-C957F761AD5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78151" y="4592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294BC898-7BE2-A3DB-2C5E-B580EDCA022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78151" y="2216338"/>
            <a:ext cx="2565400" cy="1306512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/>
          </a:p>
        </p:txBody>
      </p:sp>
      <p:sp>
        <p:nvSpPr>
          <p:cNvPr id="35" name="Background">
            <a:extLst>
              <a:ext uri="{FF2B5EF4-FFF2-40B4-BE49-F238E27FC236}">
                <a16:creationId xmlns:a16="http://schemas.microsoft.com/office/drawing/2014/main" id="{DE25C78A-6C8A-8250-BAE3-98368738C0A7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6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89F041DB-D4AD-4960-71F7-7659CF7ED4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37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B1DBCEDC-6746-941F-8293-3BA9C97378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8EFCDEE-4B68-C15B-AEB7-BE8E5989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56766"/>
            <a:ext cx="11571491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08256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D5534D2-B8AD-7E88-2A35-6673CAC874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154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5" name="Background">
            <a:extLst>
              <a:ext uri="{FF2B5EF4-FFF2-40B4-BE49-F238E27FC236}">
                <a16:creationId xmlns:a16="http://schemas.microsoft.com/office/drawing/2014/main" id="{DE25C78A-6C8A-8250-BAE3-98368738C0A7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rgbClr val="FFF387"/>
              </a:solidFill>
            </a:endParaRPr>
          </a:p>
        </p:txBody>
      </p:sp>
      <p:pic>
        <p:nvPicPr>
          <p:cNvPr id="36" name="image" descr="{&quot;templafy&quot;:{&quot;id&quot;:&quot;3551f1e9-9069-42f6-85aa-b3ac8f9b2e31&quot;}}">
            <a:extLst>
              <a:ext uri="{FF2B5EF4-FFF2-40B4-BE49-F238E27FC236}">
                <a16:creationId xmlns:a16="http://schemas.microsoft.com/office/drawing/2014/main" id="{89F041DB-D4AD-4960-71F7-7659CF7ED4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37" name="image" descr="{&quot;templafy&quot;:{&quot;id&quot;:&quot;eaa95143-2fdd-4bd0-abc1-3b2c2af60b1c&quot;}}">
            <a:extLst>
              <a:ext uri="{FF2B5EF4-FFF2-40B4-BE49-F238E27FC236}">
                <a16:creationId xmlns:a16="http://schemas.microsoft.com/office/drawing/2014/main" id="{B1DBCEDC-6746-941F-8293-3BA9C97378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6374C65-D031-C740-7952-3A084FD5DBF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6153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D6AA562-D496-7F3C-F332-E1E1F294340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2315020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FDFED2C1-A308-16DE-DC94-29175EF309F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53887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3A47705D-2BE4-3587-82E0-79132DBEAF7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92754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C34EED73-762C-5400-F07C-2F23D9EDFF8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131621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153BA32B-0A70-F699-D0AA-27BF317525D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0070486" y="1752600"/>
            <a:ext cx="1605048" cy="22972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err="1"/>
              <a:t>Infografik</a:t>
            </a:r>
            <a:endParaRPr lang="en-GB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FD303A6B-CF4D-0059-9A59-64A824EB3DB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315021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F0D3B984-F22B-C60A-CFB6-3D48969E1B9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53887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75EA5C3B-4018-2116-A66B-AF553E284BC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92754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833396B2-F2B5-96B2-79B2-FE3604842D9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131621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A469FD8C-4830-B7DC-C0C4-26CBC42360D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070487" y="4167975"/>
            <a:ext cx="1605048" cy="1306512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endParaRPr lang="en-DK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5CFAB77-6A16-B314-7AEE-F4B9F96C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56766"/>
            <a:ext cx="11387534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54199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da-DK" smtClean="0"/>
              <a:pPr algn="r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3087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41CC8B5-6021-48EA-94A7-DC422762C026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70D64-CAB2-4377-BBE4-BF3F1E169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256876166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027D26-F3F7-4988-855F-0F502F5993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2" name="Date Placeholder 7">
            <a:extLst>
              <a:ext uri="{FF2B5EF4-FFF2-40B4-BE49-F238E27FC236}">
                <a16:creationId xmlns:a16="http://schemas.microsoft.com/office/drawing/2014/main" id="{6AF3DE80-6B65-463B-943D-1E72AAF4227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pic>
        <p:nvPicPr>
          <p:cNvPr id="1247483386" name="image" descr="{&quot;templafy&quot;:{&quot;id&quot;:&quot;3551f1e9-9069-42f6-85aa-b3ac8f9b2e3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2017739879" name="image" descr="{&quot;templafy&quot;:{&quot;id&quot;:&quot;eaa95143-2fdd-4bd0-abc1-3b2c2af60b1c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291C62D-3F94-43C6-8CAB-B792F769A1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20639644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Gul m.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-1" y="0"/>
            <a:ext cx="7197749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9D4F55-78DF-4212-9619-8E68C5588F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7749" y="0"/>
            <a:ext cx="4994251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125CE80-2CC4-453F-9E5D-D1CF0859E3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58292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5" name="Date Placeholder 7">
            <a:extLst>
              <a:ext uri="{FF2B5EF4-FFF2-40B4-BE49-F238E27FC236}">
                <a16:creationId xmlns:a16="http://schemas.microsoft.com/office/drawing/2014/main" id="{37581D82-3815-457C-92E8-06D7A637843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5AC4AA6-D2C8-4A8C-8428-39A60869DF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067050"/>
            <a:ext cx="58292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7694770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Hvid m. bille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-1" y="6210000"/>
            <a:ext cx="12192001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9D4F55-78DF-4212-9619-8E68C5588F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7749" y="0"/>
            <a:ext cx="4994251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6A0A48B-204D-46D9-AC98-0537003F65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58292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60941E6E-6BAC-4A15-B058-9CE7C058951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pic>
        <p:nvPicPr>
          <p:cNvPr id="1110809340" name="image" descr="{&quot;templafy&quot;:{&quot;id&quot;:&quot;d7f49693-9d40-4d6b-a4f4-9b937261c5a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357957652" name="image" descr="{&quot;templafy&quot;:{&quot;id&quot;:&quot;36e0d333-ce86-4cad-9b0e-12145aa6eec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191E0C3-38FB-4A05-9222-21D4D9452A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067050"/>
            <a:ext cx="5829298" cy="64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425869469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Hvid m. bille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-1" y="6210000"/>
            <a:ext cx="12192001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B9D4F55-78DF-4212-9619-8E68C5588F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7200" y="0"/>
            <a:ext cx="6094800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B8A14-B94C-4D55-914C-31401F50AE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8191498" cy="2717241"/>
          </a:xfrm>
        </p:spPr>
        <p:txBody>
          <a:bodyPr anchor="t"/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202F7DC4-E8A0-4835-8785-592C4B4C4ED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4265835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pic>
        <p:nvPicPr>
          <p:cNvPr id="480312353" name="image" descr="{&quot;templafy&quot;:{&quot;id&quot;:&quot;9a548550-0419-4548-9c91-b168d3c53b4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881427891" name="image" descr="{&quot;templafy&quot;:{&quot;id&quot;:&quot;582002cc-f5ae-4780-b9b5-cd6663a9052a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82C070D-E54D-451D-AC67-7D5871CB71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067050"/>
            <a:ext cx="5299075" cy="64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40869145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8" name="Date Placeholder 7">
            <a:extLst>
              <a:ext uri="{FF2B5EF4-FFF2-40B4-BE49-F238E27FC236}">
                <a16:creationId xmlns:a16="http://schemas.microsoft.com/office/drawing/2014/main" id="{565F3085-71F3-4B75-8FE8-1A523EC793A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3797116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98C3779-B922-43C9-BAC8-A296D850FE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1966913"/>
          </a:xfrm>
        </p:spPr>
        <p:txBody>
          <a:bodyPr anchor="t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pic>
        <p:nvPicPr>
          <p:cNvPr id="944788533" name="image" descr="{&quot;templafy&quot;:{&quot;id&quot;:&quot;454ad1c3-c561-4789-a8d2-0879e36f36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68545005" name="image" descr="{&quot;templafy&quot;:{&quot;id&quot;:&quot;21574aba-9eea-4bf9-8c7f-c7966f595a2e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E982690-DA76-48A9-A83F-C7E000823C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76220537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7C5EC0EC-D4A2-4423-B8B5-1B952DD89C2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3797116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5D3F337-32ED-4DDF-B913-8F63A712BD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1966913"/>
          </a:xfrm>
        </p:spPr>
        <p:txBody>
          <a:bodyPr anchor="t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B6DB25-D463-42D6-8A4D-7C6927965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1549433645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21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2"/>
              </a:solidFill>
            </a:endParaRPr>
          </a:p>
        </p:txBody>
      </p:sp>
      <p:sp>
        <p:nvSpPr>
          <p:cNvPr id="6" name="Slide Number Placeholder 5" hidden="1"/>
          <p:cNvSpPr>
            <a:spLocks noGrp="1"/>
          </p:cNvSpPr>
          <p:nvPr>
            <p:ph type="sldNum" sz="quarter" idx="12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</a:lstStyle>
          <a:p>
            <a:r>
              <a:rPr lang="da-DK"/>
              <a:t>.</a:t>
            </a:r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394D93EB-3F52-436F-905E-95EFD60EE8A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263525" y="3797116"/>
            <a:ext cx="2089150" cy="347299"/>
          </a:xfr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fld id="{4EE0EEF9-BAD4-4387-B3AC-9FAEABA23AC0}" type="datetime3">
              <a:rPr lang="da-DK" smtClean="0"/>
              <a:t>21.09.2026</a:t>
            </a:fld>
            <a:endParaRPr lang="da-DK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D81B418-FF97-4B37-87DF-5E58B94907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702" y="166687"/>
            <a:ext cx="11633198" cy="1966913"/>
          </a:xfrm>
        </p:spPr>
        <p:txBody>
          <a:bodyPr anchor="t"/>
          <a:lstStyle>
            <a:lvl1pPr algn="l">
              <a:defRPr sz="500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74F0A0-3F56-4720-B25D-E0AFED7B7F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525" y="3067050"/>
            <a:ext cx="11633198" cy="361950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a-DK"/>
              <a:t>Indsæt navn, titel og afdeling</a:t>
            </a:r>
          </a:p>
        </p:txBody>
      </p:sp>
    </p:spTree>
    <p:extLst>
      <p:ext uri="{BB962C8B-B14F-4D97-AF65-F5344CB8AC3E}">
        <p14:creationId xmlns:p14="http://schemas.microsoft.com/office/powerpoint/2010/main" val="332539049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BA499C47-91C5-429D-94BE-0B7C66BCED70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noProof="0"/>
              <a:t>Klik for at tilføje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 noProof="0"/>
              <a:t>Klik for at tilføje tekst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9AB3D-58F3-4ABA-A926-43393A00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21.09.2026</a:t>
            </a:fld>
            <a:endParaRPr lang="da-DK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F277CF-B83C-45A4-B764-7F715288A9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pic>
        <p:nvPicPr>
          <p:cNvPr id="2038870529" name="image" descr="{&quot;templafy&quot;:{&quot;id&quot;:&quot;159e46b3-c709-4112-9569-413d554cef9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29330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1767518-1CE7-41A4-BFFB-87B37085F98F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tilføje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5750" y="1581150"/>
            <a:ext cx="4968000" cy="4057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Klik for at tilføje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36650" y="1581150"/>
            <a:ext cx="4968000" cy="40576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Klik for at tilføje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A477B73-8382-426E-A758-F1E05223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21.09.2026</a:t>
            </a:fld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73A12-DF65-4012-8F2A-1C291F215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pic>
        <p:nvPicPr>
          <p:cNvPr id="1134554843" name="image" descr="{&quot;templafy&quot;:{&quot;id&quot;:&quot;801a591f-cec0-450e-a061-46bcad41ac9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17650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1767518-1CE7-41A4-BFFB-87B37085F98F}"/>
              </a:ext>
            </a:extLst>
          </p:cNvPr>
          <p:cNvSpPr/>
          <p:nvPr userDrawn="1"/>
        </p:nvSpPr>
        <p:spPr>
          <a:xfrm flipV="1">
            <a:off x="0" y="6210000"/>
            <a:ext cx="12193200" cy="6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 sz="2000" noProof="0" err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006" y="1638000"/>
            <a:ext cx="4948214" cy="400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Klik for at tilføje tekst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A477B73-8382-426E-A758-F1E05223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21.09.2026</a:t>
            </a:fld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73A12-DF65-4012-8F2A-1C291F215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97C2B81-9FBD-4F91-A99D-E2E62F84A4C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2156" y="0"/>
            <a:ext cx="6099844" cy="6210000"/>
          </a:xfrm>
        </p:spPr>
        <p:txBody>
          <a:bodyPr tIns="72000"/>
          <a:lstStyle>
            <a:lvl1pPr marL="0" indent="0" algn="ctr">
              <a:buNone/>
              <a:defRPr sz="1400"/>
            </a:lvl1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2FF6B-86ED-4E48-824E-5C54567CB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587675"/>
            <a:ext cx="4964156" cy="826640"/>
          </a:xfrm>
        </p:spPr>
        <p:txBody>
          <a:bodyPr/>
          <a:lstStyle>
            <a:lvl1pPr>
              <a:defRPr/>
            </a:lvl1pPr>
          </a:lstStyle>
          <a:p>
            <a:r>
              <a:rPr lang="da-DK"/>
              <a:t>Klik for at tilføje titel</a:t>
            </a:r>
          </a:p>
        </p:txBody>
      </p:sp>
      <p:pic>
        <p:nvPicPr>
          <p:cNvPr id="1145441516" name="image" descr="{&quot;templafy&quot;:{&quot;id&quot;:&quot;80ab6e46-48fe-48bc-97bb-4a61e67afaf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27660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3C85D69A-3DAB-4609-83C0-DDCB0E05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21.09.2026</a:t>
            </a:fld>
            <a:endParaRPr lang="da-DK"/>
          </a:p>
        </p:txBody>
      </p:sp>
      <p:sp>
        <p:nvSpPr>
          <p:cNvPr id="7" name="Slide Number Placeholder 6" hidden="1">
            <a:extLst>
              <a:ext uri="{FF2B5EF4-FFF2-40B4-BE49-F238E27FC236}">
                <a16:creationId xmlns:a16="http://schemas.microsoft.com/office/drawing/2014/main" id="{030866FD-D493-4E40-BE0E-88A5E4806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r>
              <a:rPr lang="da-DK"/>
              <a:t>.</a:t>
            </a:r>
            <a:r>
              <a:rPr lang="da-DK">
                <a:noFill/>
              </a:rPr>
              <a:t>0	0</a:t>
            </a:r>
            <a:endParaRPr lang="da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9A84C5-6E9A-4A39-81D2-A4766FF30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tilføje titel</a:t>
            </a:r>
          </a:p>
        </p:txBody>
      </p:sp>
    </p:spTree>
    <p:extLst>
      <p:ext uri="{BB962C8B-B14F-4D97-AF65-F5344CB8AC3E}">
        <p14:creationId xmlns:p14="http://schemas.microsoft.com/office/powerpoint/2010/main" val="1249132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3C8616D9-8604-4CE0-9290-25D835D3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AB5-BE87-4C18-AC0C-7680F362E3E2}" type="datetime3">
              <a:rPr lang="da-DK" smtClean="0"/>
              <a:t>21.09.2026</a:t>
            </a:fld>
            <a:endParaRPr lang="da-DK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BFED87F5-692B-43A2-B999-E599CDD79F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0" y="6847200"/>
            <a:ext cx="0" cy="0"/>
          </a:xfrm>
        </p:spPr>
        <p:txBody>
          <a:bodyPr/>
          <a:lstStyle>
            <a:lvl1pPr>
              <a:defRPr sz="100"/>
            </a:lvl1pPr>
          </a:lstStyle>
          <a:p>
            <a:r>
              <a:rPr lang="da-DK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5761314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 hidden="1">
            <a:extLst>
              <a:ext uri="{FF2B5EF4-FFF2-40B4-BE49-F238E27FC236}">
                <a16:creationId xmlns:a16="http://schemas.microsoft.com/office/drawing/2014/main" id="{204BEF62-0A0C-428F-9593-47849363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0" y="687154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79D3425-F8FB-4DAF-8A9B-B6B63F152AA9}" type="datetime3">
              <a:rPr lang="da-DK" smtClean="0"/>
              <a:t>21.09.2026</a:t>
            </a:fld>
            <a:endParaRPr lang="da-DK"/>
          </a:p>
        </p:txBody>
      </p:sp>
      <p:sp>
        <p:nvSpPr>
          <p:cNvPr id="4" name="Pladsholder til sidefod 3" hidden="1">
            <a:extLst>
              <a:ext uri="{FF2B5EF4-FFF2-40B4-BE49-F238E27FC236}">
                <a16:creationId xmlns:a16="http://schemas.microsoft.com/office/drawing/2014/main" id="{5A2DACD1-A298-4D19-866E-68CF70D6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0" y="6871540"/>
            <a:ext cx="0" cy="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5" name="Pladsholder til slidenummer 4" hidden="1">
            <a:extLst>
              <a:ext uri="{FF2B5EF4-FFF2-40B4-BE49-F238E27FC236}">
                <a16:creationId xmlns:a16="http://schemas.microsoft.com/office/drawing/2014/main" id="{84BE3378-177E-45B6-8A07-1A8ABC3B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0" y="687154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4C8C45C-947F-4981-8B3F-4F32E973C901}" type="slidenum">
              <a:rPr lang="da-DK" smtClean="0"/>
              <a:t>‹nr.›</a:t>
            </a:fld>
            <a:endParaRPr lang="da-DK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562121C-7E79-4645-BB1B-1D3855B383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5750" y="1416050"/>
            <a:ext cx="2280360" cy="441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tekst typografier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TAB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frem i tekst-niveauer. 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ENTER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derefter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TAB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skifte fra et niveau til et næste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gå tilbage i tekst-niveauer,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SHIFT+TAB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Alternativt kan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Forøg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Formindsk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listeniveau bruges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latin typeface="Arial" pitchFamily="34" charset="0"/>
                <a:cs typeface="Arial" pitchFamily="34" charset="0"/>
              </a:rPr>
              <a:t>TIP: Brug</a:t>
            </a:r>
            <a:r>
              <a:rPr lang="da-DK" sz="900" b="1" baseline="0" noProof="1">
                <a:latin typeface="Arial" pitchFamily="34" charset="0"/>
                <a:cs typeface="Arial" pitchFamily="34" charset="0"/>
              </a:rPr>
              <a:t> bullet knappen</a:t>
            </a:r>
            <a:endParaRPr lang="da-DK" sz="900" b="1" noProof="1"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Fjern bullet for almindelig tekst.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bullet knappen for at sætte korrekt bullet på igen.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nyt slide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menupunktet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 indsætte et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nyt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Ændre slide layouts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pilen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ved siden af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få vist en dropdown menu af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mulige slides layout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Layout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dit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nuværende layout til et alternativt</a:t>
            </a:r>
          </a:p>
        </p:txBody>
      </p:sp>
      <p:pic>
        <p:nvPicPr>
          <p:cNvPr id="7" name="1 Forøg formindsk">
            <a:extLst>
              <a:ext uri="{FF2B5EF4-FFF2-40B4-BE49-F238E27FC236}">
                <a16:creationId xmlns:a16="http://schemas.microsoft.com/office/drawing/2014/main" id="{82A640AB-9083-4E25-B69C-5615DDD51E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6547" y="2531466"/>
            <a:ext cx="549328" cy="285228"/>
          </a:xfrm>
          <a:prstGeom prst="rect">
            <a:avLst/>
          </a:prstGeom>
        </p:spPr>
      </p:pic>
      <p:pic>
        <p:nvPicPr>
          <p:cNvPr id="8" name="2 Ny slide">
            <a:extLst>
              <a:ext uri="{FF2B5EF4-FFF2-40B4-BE49-F238E27FC236}">
                <a16:creationId xmlns:a16="http://schemas.microsoft.com/office/drawing/2014/main" id="{C9EFBCCE-8D49-4A73-8762-63E5870B1E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31" r="60888"/>
          <a:stretch>
            <a:fillRect/>
          </a:stretch>
        </p:blipFill>
        <p:spPr>
          <a:xfrm>
            <a:off x="2460466" y="4104614"/>
            <a:ext cx="363713" cy="647461"/>
          </a:xfrm>
          <a:prstGeom prst="rect">
            <a:avLst/>
          </a:prstGeom>
        </p:spPr>
      </p:pic>
      <p:pic>
        <p:nvPicPr>
          <p:cNvPr id="9" name="3 Layout">
            <a:extLst>
              <a:ext uri="{FF2B5EF4-FFF2-40B4-BE49-F238E27FC236}">
                <a16:creationId xmlns:a16="http://schemas.microsoft.com/office/drawing/2014/main" id="{00995F18-330D-4742-AD80-E856C91E0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6944" r="2272" b="69429"/>
          <a:stretch>
            <a:fillRect/>
          </a:stretch>
        </p:blipFill>
        <p:spPr>
          <a:xfrm>
            <a:off x="2475931" y="4980245"/>
            <a:ext cx="593368" cy="192211"/>
          </a:xfrm>
          <a:prstGeom prst="rect">
            <a:avLst/>
          </a:prstGeom>
        </p:spPr>
      </p:pic>
      <p:pic>
        <p:nvPicPr>
          <p:cNvPr id="11" name="4 Nulstil">
            <a:extLst>
              <a:ext uri="{FF2B5EF4-FFF2-40B4-BE49-F238E27FC236}">
                <a16:creationId xmlns:a16="http://schemas.microsoft.com/office/drawing/2014/main" id="{2324BBF6-4E28-4408-B9EF-E9ED5897F2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1362" y="4554277"/>
            <a:ext cx="547241" cy="197798"/>
          </a:xfrm>
          <a:prstGeom prst="rect">
            <a:avLst/>
          </a:prstGeom>
        </p:spPr>
      </p:pic>
      <p:sp>
        <p:nvSpPr>
          <p:cNvPr id="12" name="Text Box 3">
            <a:extLst>
              <a:ext uri="{FF2B5EF4-FFF2-40B4-BE49-F238E27FC236}">
                <a16:creationId xmlns:a16="http://schemas.microsoft.com/office/drawing/2014/main" id="{86940190-31B3-4285-B172-A74BDBF7AF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94529" y="1416050"/>
            <a:ext cx="2786833" cy="401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A. Indsæt firma billede</a:t>
            </a:r>
            <a:endParaRPr lang="da-DK" altLang="da-DK" sz="900" b="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den blå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Templafy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 drop ned menuen, vælg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Images</a:t>
            </a:r>
            <a:r>
              <a:rPr lang="da-DK" altLang="da-DK" sz="900" b="0" i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 Templafy vinduet i højre side af skærmen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B. Browse efter andre billeder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Image Tools-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knappen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som findes under firma fanen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</a:t>
            </a:r>
            <a:r>
              <a:rPr lang="da-DK" altLang="da-DK" sz="900" b="1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browse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efter et billede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se 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Vis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sæt hak ved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Alt + F9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hurtig visning af hjælpelinjer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Hjem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None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Nulstil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nulstille placering, størrelse og formatering af pladsholdere til layoutets oprindelige design</a:t>
            </a:r>
            <a:endParaRPr lang="da-DK" alt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9" name="Gruppe 18">
            <a:extLst>
              <a:ext uri="{FF2B5EF4-FFF2-40B4-BE49-F238E27FC236}">
                <a16:creationId xmlns:a16="http://schemas.microsoft.com/office/drawing/2014/main" id="{EB0E7C24-B1F4-440B-ABFD-7BE7799C986C}"/>
              </a:ext>
            </a:extLst>
          </p:cNvPr>
          <p:cNvGrpSpPr/>
          <p:nvPr userDrawn="1"/>
        </p:nvGrpSpPr>
        <p:grpSpPr>
          <a:xfrm>
            <a:off x="6981362" y="1440585"/>
            <a:ext cx="676669" cy="997704"/>
            <a:chOff x="6442771" y="2574072"/>
            <a:chExt cx="676669" cy="997704"/>
          </a:xfrm>
        </p:grpSpPr>
        <p:pic>
          <p:nvPicPr>
            <p:cNvPr id="20" name="Billede 19">
              <a:extLst>
                <a:ext uri="{FF2B5EF4-FFF2-40B4-BE49-F238E27FC236}">
                  <a16:creationId xmlns:a16="http://schemas.microsoft.com/office/drawing/2014/main" id="{97D49D67-0656-4D65-BDC8-19DC3FA200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21" name="Billede 20">
              <a:extLst>
                <a:ext uri="{FF2B5EF4-FFF2-40B4-BE49-F238E27FC236}">
                  <a16:creationId xmlns:a16="http://schemas.microsoft.com/office/drawing/2014/main" id="{0BC3FA04-2488-4F3A-A6FA-54AB316150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32" t="16308" r="2422" b="1509"/>
            <a:stretch>
              <a:fillRect/>
            </a:stretch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sp>
        <p:nvSpPr>
          <p:cNvPr id="23" name="Text Box 3">
            <a:extLst>
              <a:ext uri="{FF2B5EF4-FFF2-40B4-BE49-F238E27FC236}">
                <a16:creationId xmlns:a16="http://schemas.microsoft.com/office/drawing/2014/main" id="{16A5B6A0-03E8-41F0-86AC-378C5C3FB6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583" y="1416050"/>
            <a:ext cx="256625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På slides med billedpladsholder eller hvilken som helst anden pladsholder, klik på pladsholderens kant.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Shift nede og klik på pladsholderen</a:t>
            </a:r>
            <a:endParaRPr lang="da-DK" altLang="da-DK" sz="900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Beskær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for at ændre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billedets fokus/størrelse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Ønsker du at skalere billedet, så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hold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SHIFT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-knappen nede, mens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 trækker i billedets hjørner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TIP: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Hvis du sletter billedet og indsætter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 nyt, kan billedet lægge sig foran tekst og grafik. Hvis dette sker, højreklik på billedet 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og 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Placer bagest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at justere sidenummerering, </a:t>
            </a:r>
            <a:b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dato og sidefod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Gør dette som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det sidste i din præsentation, </a:t>
            </a:r>
            <a:b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så det slår igennem på alle slides</a:t>
            </a:r>
            <a:endParaRPr lang="da-DK" sz="900" b="1" noProof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Indsæt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Sidehoved og Sidefod</a:t>
            </a:r>
            <a:b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(indtast evt. tekst i sidefod)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 på alle 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eller </a:t>
            </a:r>
            <a:r>
              <a:rPr lang="da-DK" altLang="da-DK" sz="900" b="1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Anvend</a:t>
            </a:r>
            <a:r>
              <a:rPr lang="da-DK" altLang="da-DK" sz="900" b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hvis det kun skal være på et enkelt slide</a:t>
            </a:r>
          </a:p>
        </p:txBody>
      </p:sp>
      <p:pic>
        <p:nvPicPr>
          <p:cNvPr id="24" name="6 Beskær">
            <a:extLst>
              <a:ext uri="{FF2B5EF4-FFF2-40B4-BE49-F238E27FC236}">
                <a16:creationId xmlns:a16="http://schemas.microsoft.com/office/drawing/2014/main" id="{73BFC9C5-9F8B-479D-9F8C-258E445B716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96525" y="1595200"/>
            <a:ext cx="337400" cy="321707"/>
          </a:xfrm>
          <a:prstGeom prst="rect">
            <a:avLst/>
          </a:prstGeom>
        </p:spPr>
      </p:pic>
      <p:pic>
        <p:nvPicPr>
          <p:cNvPr id="25" name="7 Skalér billede">
            <a:extLst>
              <a:ext uri="{FF2B5EF4-FFF2-40B4-BE49-F238E27FC236}">
                <a16:creationId xmlns:a16="http://schemas.microsoft.com/office/drawing/2014/main" id="{BC0CFA26-138E-416A-95E9-B8BD373116B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96525" y="2438289"/>
            <a:ext cx="359695" cy="335309"/>
          </a:xfrm>
          <a:prstGeom prst="rect">
            <a:avLst/>
          </a:prstGeom>
        </p:spPr>
      </p:pic>
      <p:sp>
        <p:nvSpPr>
          <p:cNvPr id="26" name="Fast overskrift">
            <a:extLst>
              <a:ext uri="{FF2B5EF4-FFF2-40B4-BE49-F238E27FC236}">
                <a16:creationId xmlns:a16="http://schemas.microsoft.com/office/drawing/2014/main" id="{70228264-0252-44FF-B3C8-4CBFA6043ED3}"/>
              </a:ext>
            </a:extLst>
          </p:cNvPr>
          <p:cNvSpPr txBox="1"/>
          <p:nvPr userDrawn="1"/>
        </p:nvSpPr>
        <p:spPr>
          <a:xfrm>
            <a:off x="285750" y="341583"/>
            <a:ext cx="10752137" cy="4909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da-DK" sz="3200" b="0" cap="none" baseline="0" noProof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Brugerguide - Slet før anvendelse</a:t>
            </a:r>
          </a:p>
        </p:txBody>
      </p:sp>
    </p:spTree>
    <p:extLst>
      <p:ext uri="{BB962C8B-B14F-4D97-AF65-F5344CB8AC3E}">
        <p14:creationId xmlns:p14="http://schemas.microsoft.com/office/powerpoint/2010/main" val="13800584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" descr="{&quot;templafy&quot;:{&quot;id&quot;:&quot;8cc3ea2b-f09f-4881-93ce-c9ddf7a7120c&quot;}}">
            <a:extLst>
              <a:ext uri="{FF2B5EF4-FFF2-40B4-BE49-F238E27FC236}">
                <a16:creationId xmlns:a16="http://schemas.microsoft.com/office/drawing/2014/main" id="{A84111AD-0D37-0EBF-2A15-4CC83B878B1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23" name="image" descr="{&quot;templafy&quot;:{&quot;id&quot;:&quot;d96fee8b-75d1-44b0-9c1b-a5de0e1a9ccc&quot;}}">
            <a:extLst>
              <a:ext uri="{FF2B5EF4-FFF2-40B4-BE49-F238E27FC236}">
                <a16:creationId xmlns:a16="http://schemas.microsoft.com/office/drawing/2014/main" id="{C38C5BBD-A59F-56FC-E271-B1607E60ED1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  <p:sp>
        <p:nvSpPr>
          <p:cNvPr id="27" name="Title Placeholder 1">
            <a:extLst>
              <a:ext uri="{FF2B5EF4-FFF2-40B4-BE49-F238E27FC236}">
                <a16:creationId xmlns:a16="http://schemas.microsoft.com/office/drawing/2014/main" id="{804D05FD-F2A1-6772-2885-239CA3E8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87675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/>
              <a:t>Klik for at redigere i master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21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0" r:id="rId3"/>
    <p:sldLayoutId id="2147483676" r:id="rId4"/>
    <p:sldLayoutId id="2147483677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742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00" y="587675"/>
            <a:ext cx="11611900" cy="8266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/>
              <a:t>Klik for at redigere i master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00" y="1961999"/>
            <a:ext cx="11612364" cy="36748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9075" y="6419522"/>
            <a:ext cx="245270" cy="18027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t>‹nr.›</a:t>
            </a:fld>
            <a:endParaRPr lang="en-GB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6A7B15E4-8FF3-49BC-992D-C353F6D18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0" y="68472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22AB5-BE87-4C18-AC0C-7680F362E3E2}" type="datetime3">
              <a:rPr lang="da-DK" smtClean="0"/>
              <a:t>21.09.2026</a:t>
            </a:fld>
            <a:endParaRPr lang="da-DK"/>
          </a:p>
        </p:txBody>
      </p:sp>
      <p:pic>
        <p:nvPicPr>
          <p:cNvPr id="491898232" name="image" descr="{&quot;templafy&quot;:{&quot;id&quot;:&quot;8cc3ea2b-f09f-4881-93ce-c9ddf7a7120c&quot;}}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5358" y="6419983"/>
            <a:ext cx="873615" cy="194400"/>
          </a:xfrm>
          <a:prstGeom prst="rect">
            <a:avLst/>
          </a:prstGeom>
        </p:spPr>
      </p:pic>
      <p:pic>
        <p:nvPicPr>
          <p:cNvPr id="1211805733" name="image" descr="{&quot;templafy&quot;:{&quot;id&quot;:&quot;d96fee8b-75d1-44b0-9c1b-a5de0e1a9ccc&quot;}}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06365" y="6210000"/>
            <a:ext cx="4521394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23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ransition/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+mj-lt"/>
        <a:buAutoNum type="alphaLcPeriod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2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04000" indent="-252000" algn="l" defTabSz="914400" rtl="0" eaLnBrk="1" latinLnBrk="0" hangingPunct="1">
        <a:lnSpc>
          <a:spcPct val="110000"/>
        </a:lnSpc>
        <a:spcBef>
          <a:spcPct val="0"/>
        </a:spcBef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8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pos="7496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235" userDrawn="1">
          <p15:clr>
            <a:srgbClr val="F26B43"/>
          </p15:clr>
        </p15:guide>
        <p15:guide id="8" orient="horz" pos="35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7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9.xml"/><Relationship Id="rId5" Type="http://schemas.openxmlformats.org/officeDocument/2006/relationships/image" Target="../media/image14.jp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11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4.xml"/><Relationship Id="rId1" Type="http://schemas.openxmlformats.org/officeDocument/2006/relationships/customXml" Target="../../customXml/item1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1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1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20.xml"/><Relationship Id="rId1" Type="http://schemas.openxmlformats.org/officeDocument/2006/relationships/customXml" Target="../../customXml/item19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5625AB01-4E14-2157-A211-3F004794E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0"/>
            <a:ext cx="12169352" cy="63804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33ED8-1B47-4327-8F05-73E798EC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a-DK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A4C535-EC1E-4F9C-B11D-8F58AA1F9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514" y="3807377"/>
            <a:ext cx="11633198" cy="1730102"/>
          </a:xfrm>
        </p:spPr>
        <p:txBody>
          <a:bodyPr/>
          <a:lstStyle/>
          <a:p>
            <a:r>
              <a:rPr lang="da-DK" sz="5400" b="1" dirty="0">
                <a:solidFill>
                  <a:schemeClr val="tx2">
                    <a:lumMod val="75000"/>
                  </a:schemeClr>
                </a:solidFill>
              </a:rPr>
              <a:t>  Sune Andersen (SUAN@)</a:t>
            </a:r>
          </a:p>
          <a:p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96D407A7-9C54-8543-7331-8035B54C1A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3115321"/>
            <a:ext cx="1017332" cy="1017332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BF518C7C-3DFE-0DA6-931B-6F5675AEE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376" y="477520"/>
            <a:ext cx="11489182" cy="2415474"/>
          </a:xfrm>
        </p:spPr>
        <p:txBody>
          <a:bodyPr/>
          <a:lstStyle/>
          <a:p>
            <a:r>
              <a:rPr lang="da-DK" b="1" dirty="0">
                <a:solidFill>
                  <a:schemeClr val="tx2"/>
                </a:solidFill>
              </a:rPr>
              <a:t>IT-sikkerhed                                        </a:t>
            </a:r>
            <a:br>
              <a:rPr lang="da-DK" b="1" dirty="0">
                <a:solidFill>
                  <a:schemeClr val="tx2"/>
                </a:solidFill>
              </a:rPr>
            </a:br>
            <a:r>
              <a:rPr lang="da-DK" b="1" dirty="0">
                <a:solidFill>
                  <a:schemeClr val="tx2"/>
                </a:solidFill>
              </a:rPr>
              <a:t>                            for 3 </a:t>
            </a:r>
            <a:r>
              <a:rPr lang="da-DK" b="1" dirty="0" err="1">
                <a:solidFill>
                  <a:schemeClr val="tx2"/>
                </a:solidFill>
              </a:rPr>
              <a:t>sem</a:t>
            </a:r>
            <a:r>
              <a:rPr lang="da-DK" b="1" dirty="0">
                <a:solidFill>
                  <a:schemeClr val="tx2"/>
                </a:solidFill>
              </a:rPr>
              <a:t>.</a:t>
            </a:r>
            <a:br>
              <a:rPr lang="da-DK" b="1" dirty="0"/>
            </a:br>
            <a:br>
              <a:rPr lang="da-DK" b="1" dirty="0"/>
            </a:br>
            <a:br>
              <a:rPr lang="da-DK" b="1" dirty="0"/>
            </a:br>
            <a:endParaRPr lang="da-DK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90216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38129F4D-1A15-14A3-FA1A-0C810047E3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3CE055-CCB8-C10A-5D50-3C0C676E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42142"/>
            <a:ext cx="6593091" cy="2376906"/>
          </a:xfrm>
        </p:spPr>
        <p:txBody>
          <a:bodyPr/>
          <a:lstStyle/>
          <a:p>
            <a:pPr marL="139700" lvl="0">
              <a:spcBef>
                <a:spcPts val="0"/>
              </a:spcBef>
              <a:buSzPts val="1400"/>
            </a:pPr>
            <a:r>
              <a:rPr lang="da-DK" dirty="0"/>
              <a:t>I dag :</a:t>
            </a:r>
            <a:br>
              <a:rPr lang="da-DK" dirty="0"/>
            </a:br>
            <a:endParaRPr lang="en-DK" sz="28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E626A67-A0D8-38B5-F21E-95BEFF8B6E55}"/>
              </a:ext>
            </a:extLst>
          </p:cNvPr>
          <p:cNvSpPr txBox="1"/>
          <p:nvPr/>
        </p:nvSpPr>
        <p:spPr>
          <a:xfrm>
            <a:off x="1847528" y="1844824"/>
            <a:ext cx="6480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a-DK" sz="2000" dirty="0">
                <a:solidFill>
                  <a:schemeClr val="accent4"/>
                </a:solidFill>
              </a:rPr>
              <a:t>AI-sikkerhed og </a:t>
            </a:r>
            <a:r>
              <a:rPr lang="da-DK" sz="2000" b="1" dirty="0">
                <a:solidFill>
                  <a:schemeClr val="accent4"/>
                </a:solidFill>
              </a:rPr>
              <a:t>prompt </a:t>
            </a:r>
            <a:r>
              <a:rPr lang="da-DK" sz="2000" b="1" dirty="0" err="1">
                <a:solidFill>
                  <a:schemeClr val="accent4"/>
                </a:solidFill>
              </a:rPr>
              <a:t>injection</a:t>
            </a:r>
            <a:r>
              <a:rPr lang="da-DK" sz="2000" dirty="0">
                <a:solidFill>
                  <a:schemeClr val="accent4"/>
                </a:solidFill>
              </a:rPr>
              <a:t> (video)</a:t>
            </a:r>
          </a:p>
          <a:p>
            <a:pPr lvl="0"/>
            <a:endParaRPr lang="da-DK" sz="2000" dirty="0">
              <a:solidFill>
                <a:schemeClr val="accent4"/>
              </a:solidFill>
            </a:endParaRPr>
          </a:p>
          <a:p>
            <a:pPr lvl="0"/>
            <a:r>
              <a:rPr lang="da-DK" sz="2000" dirty="0">
                <a:solidFill>
                  <a:schemeClr val="accent4"/>
                </a:solidFill>
              </a:rPr>
              <a:t>Kali Linux og grundlæggende Linux (Ubuntu /</a:t>
            </a:r>
            <a:r>
              <a:rPr lang="da-DK" sz="2000" dirty="0" err="1">
                <a:solidFill>
                  <a:schemeClr val="accent4"/>
                </a:solidFill>
              </a:rPr>
              <a:t>debian</a:t>
            </a:r>
            <a:r>
              <a:rPr lang="da-DK" sz="2000" dirty="0">
                <a:solidFill>
                  <a:schemeClr val="accent4"/>
                </a:solidFill>
              </a:rPr>
              <a:t>) </a:t>
            </a:r>
          </a:p>
          <a:p>
            <a:pPr lvl="0"/>
            <a:endParaRPr lang="da-DK" sz="2000" dirty="0">
              <a:solidFill>
                <a:schemeClr val="accent4"/>
              </a:solidFill>
            </a:endParaRPr>
          </a:p>
          <a:p>
            <a:pPr lvl="0"/>
            <a:r>
              <a:rPr lang="da-DK" sz="2000" dirty="0">
                <a:solidFill>
                  <a:schemeClr val="accent4"/>
                </a:solidFill>
              </a:rPr>
              <a:t>Forskellige scan </a:t>
            </a:r>
            <a:r>
              <a:rPr lang="da-DK" sz="2000" dirty="0" err="1">
                <a:solidFill>
                  <a:schemeClr val="accent4"/>
                </a:solidFill>
              </a:rPr>
              <a:t>tools</a:t>
            </a:r>
            <a:r>
              <a:rPr lang="da-DK" sz="2000" dirty="0">
                <a:solidFill>
                  <a:schemeClr val="accent4"/>
                </a:solidFill>
              </a:rPr>
              <a:t> : </a:t>
            </a:r>
            <a:r>
              <a:rPr lang="da-DK" sz="2000" dirty="0" err="1">
                <a:solidFill>
                  <a:schemeClr val="accent4"/>
                </a:solidFill>
              </a:rPr>
              <a:t>Recon</a:t>
            </a:r>
            <a:r>
              <a:rPr lang="da-DK" sz="2000" dirty="0">
                <a:solidFill>
                  <a:schemeClr val="accent4"/>
                </a:solidFill>
              </a:rPr>
              <a:t>, </a:t>
            </a:r>
            <a:r>
              <a:rPr lang="da-DK" sz="2000" dirty="0" err="1">
                <a:solidFill>
                  <a:schemeClr val="accent4"/>
                </a:solidFill>
              </a:rPr>
              <a:t>Nmap</a:t>
            </a:r>
            <a:r>
              <a:rPr lang="da-DK" sz="2000" dirty="0">
                <a:solidFill>
                  <a:schemeClr val="accent4"/>
                </a:solidFill>
              </a:rPr>
              <a:t>, </a:t>
            </a:r>
            <a:r>
              <a:rPr lang="da-DK" sz="2000" dirty="0" err="1">
                <a:solidFill>
                  <a:schemeClr val="accent4"/>
                </a:solidFill>
              </a:rPr>
              <a:t>Nikto</a:t>
            </a:r>
            <a:r>
              <a:rPr lang="da-DK" sz="2000" dirty="0">
                <a:solidFill>
                  <a:schemeClr val="accent4"/>
                </a:solidFill>
              </a:rPr>
              <a:t>, </a:t>
            </a:r>
            <a:r>
              <a:rPr lang="da-DK" sz="2000" dirty="0" err="1">
                <a:solidFill>
                  <a:schemeClr val="accent4"/>
                </a:solidFill>
              </a:rPr>
              <a:t>WPScan</a:t>
            </a:r>
            <a:r>
              <a:rPr lang="da-DK" sz="2000" dirty="0">
                <a:solidFill>
                  <a:schemeClr val="accent4"/>
                </a:solidFill>
              </a:rPr>
              <a:t>, </a:t>
            </a:r>
          </a:p>
          <a:p>
            <a:pPr lvl="0"/>
            <a:endParaRPr lang="da-DK" sz="2000" dirty="0">
              <a:solidFill>
                <a:schemeClr val="accent4"/>
              </a:solidFill>
            </a:endParaRPr>
          </a:p>
          <a:p>
            <a:pPr lvl="0"/>
            <a:r>
              <a:rPr lang="da-DK" sz="2000" dirty="0" err="1">
                <a:solidFill>
                  <a:schemeClr val="accent4"/>
                </a:solidFill>
              </a:rPr>
              <a:t>Pentest</a:t>
            </a:r>
            <a:r>
              <a:rPr lang="da-DK" sz="2000" dirty="0">
                <a:solidFill>
                  <a:schemeClr val="accent4"/>
                </a:solidFill>
              </a:rPr>
              <a:t>, </a:t>
            </a:r>
            <a:r>
              <a:rPr lang="da-DK" sz="2000" dirty="0" err="1">
                <a:solidFill>
                  <a:schemeClr val="accent4"/>
                </a:solidFill>
              </a:rPr>
              <a:t>scope</a:t>
            </a:r>
            <a:r>
              <a:rPr lang="da-DK" sz="2000" dirty="0">
                <a:solidFill>
                  <a:schemeClr val="accent4"/>
                </a:solidFill>
              </a:rPr>
              <a:t> og skriftlig tilladelse </a:t>
            </a:r>
          </a:p>
          <a:p>
            <a:pPr lvl="0"/>
            <a:endParaRPr lang="da-DK" sz="2000" dirty="0">
              <a:solidFill>
                <a:schemeClr val="accent4"/>
              </a:solidFill>
            </a:endParaRPr>
          </a:p>
          <a:p>
            <a:pPr lvl="0"/>
            <a:r>
              <a:rPr lang="da-DK" sz="2000" dirty="0">
                <a:solidFill>
                  <a:schemeClr val="accent4"/>
                </a:solidFill>
              </a:rPr>
              <a:t>Dokumentation af sikkerhedsfund (</a:t>
            </a:r>
            <a:r>
              <a:rPr lang="da-DK" sz="2000" dirty="0" err="1">
                <a:solidFill>
                  <a:schemeClr val="accent4"/>
                </a:solidFill>
              </a:rPr>
              <a:t>openVAS</a:t>
            </a:r>
            <a:r>
              <a:rPr lang="da-DK" sz="2000" dirty="0">
                <a:solidFill>
                  <a:schemeClr val="accent4"/>
                </a:solidFill>
              </a:rPr>
              <a:t>)</a:t>
            </a:r>
          </a:p>
          <a:p>
            <a:endParaRPr lang="da-DK" sz="2000" dirty="0">
              <a:solidFill>
                <a:schemeClr val="accent4"/>
              </a:solidFill>
            </a:endParaRPr>
          </a:p>
          <a:p>
            <a:r>
              <a:rPr lang="da-DK" sz="2000" dirty="0" err="1">
                <a:solidFill>
                  <a:schemeClr val="accent4"/>
                </a:solidFill>
              </a:rPr>
              <a:t>HomeLab</a:t>
            </a:r>
            <a:r>
              <a:rPr lang="da-DK" sz="2000" dirty="0">
                <a:solidFill>
                  <a:schemeClr val="accent4"/>
                </a:solidFill>
              </a:rPr>
              <a:t>/</a:t>
            </a:r>
            <a:r>
              <a:rPr lang="da-DK" sz="2000" dirty="0" err="1">
                <a:solidFill>
                  <a:schemeClr val="accent4"/>
                </a:solidFill>
              </a:rPr>
              <a:t>Dojo</a:t>
            </a:r>
            <a:r>
              <a:rPr lang="da-DK" sz="2000" dirty="0">
                <a:solidFill>
                  <a:schemeClr val="accent4"/>
                </a:solidFill>
              </a:rPr>
              <a:t> og sikker netværksopsætning</a:t>
            </a:r>
          </a:p>
          <a:p>
            <a:pPr lvl="0"/>
            <a:r>
              <a:rPr lang="da-DK" sz="2000" dirty="0">
                <a:solidFill>
                  <a:schemeClr val="accent4"/>
                </a:solidFill>
              </a:rPr>
              <a:t>+Live Demo af lab øvelse </a:t>
            </a:r>
            <a:endParaRPr lang="da-DK" sz="2000" b="1" dirty="0">
              <a:solidFill>
                <a:schemeClr val="accent6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703532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29F8-B507-B4E8-9FE2-717F3AE6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88640"/>
            <a:ext cx="5688533" cy="921296"/>
          </a:xfrm>
        </p:spPr>
        <p:txBody>
          <a:bodyPr/>
          <a:lstStyle/>
          <a:p>
            <a:pPr lvl="0"/>
            <a:br>
              <a:rPr lang="da-DK" sz="3200" dirty="0"/>
            </a:br>
            <a:endParaRPr lang="en-DK" sz="3200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BCDC33AF-80E4-3A90-FA43-A92849CB3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582" y="5085184"/>
            <a:ext cx="1341984" cy="997097"/>
          </a:xfrm>
          <a:prstGeom prst="rect">
            <a:avLst/>
          </a:prstGeom>
        </p:spPr>
      </p:pic>
      <p:pic>
        <p:nvPicPr>
          <p:cNvPr id="12" name="Pladsholder til billede 11">
            <a:extLst>
              <a:ext uri="{FF2B5EF4-FFF2-40B4-BE49-F238E27FC236}">
                <a16:creationId xmlns:a16="http://schemas.microsoft.com/office/drawing/2014/main" id="{721025D8-D810-AFEB-6789-E645BD3101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8" t="15561" r="10424" b="15561"/>
          <a:stretch>
            <a:fillRect/>
          </a:stretch>
        </p:blipFill>
        <p:spPr>
          <a:xfrm>
            <a:off x="7032104" y="1628800"/>
            <a:ext cx="4571858" cy="2059882"/>
          </a:xfrm>
          <a:prstGeom prst="rect">
            <a:avLst/>
          </a:prstGeom>
        </p:spPr>
      </p:pic>
      <p:sp>
        <p:nvSpPr>
          <p:cNvPr id="13" name="Tekstfelt 12">
            <a:extLst>
              <a:ext uri="{FF2B5EF4-FFF2-40B4-BE49-F238E27FC236}">
                <a16:creationId xmlns:a16="http://schemas.microsoft.com/office/drawing/2014/main" id="{70EAF10C-11D7-492F-3953-27A721CE97CD}"/>
              </a:ext>
            </a:extLst>
          </p:cNvPr>
          <p:cNvSpPr txBox="1"/>
          <p:nvPr/>
        </p:nvSpPr>
        <p:spPr>
          <a:xfrm>
            <a:off x="242525" y="332656"/>
            <a:ext cx="9834744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600" b="1" dirty="0">
                <a:solidFill>
                  <a:schemeClr val="accent4"/>
                </a:solidFill>
              </a:rPr>
              <a:t>Kali er Ubuntu / </a:t>
            </a:r>
            <a:r>
              <a:rPr lang="da-DK" sz="3600" b="1" dirty="0" err="1">
                <a:solidFill>
                  <a:schemeClr val="accent4"/>
                </a:solidFill>
              </a:rPr>
              <a:t>Debian</a:t>
            </a:r>
            <a:r>
              <a:rPr lang="da-DK" sz="3600" b="1" dirty="0">
                <a:solidFill>
                  <a:schemeClr val="accent4"/>
                </a:solidFill>
              </a:rPr>
              <a:t> med lidt ekstra ;-)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 err="1">
                <a:solidFill>
                  <a:schemeClr val="accent4"/>
                </a:solidFill>
              </a:rPr>
              <a:t>Debian</a:t>
            </a:r>
            <a:r>
              <a:rPr lang="da-DK" b="1" dirty="0">
                <a:solidFill>
                  <a:schemeClr val="accent4"/>
                </a:solidFill>
              </a:rPr>
              <a:t>-baseret Linux</a:t>
            </a:r>
            <a:r>
              <a:rPr lang="da-DK" dirty="0">
                <a:solidFill>
                  <a:schemeClr val="accent4"/>
                </a:solidFill>
              </a:rPr>
              <a:t> – samme grundlæggende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principper som andre </a:t>
            </a:r>
            <a:r>
              <a:rPr lang="da-DK" dirty="0" err="1">
                <a:solidFill>
                  <a:schemeClr val="accent4"/>
                </a:solidFill>
              </a:rPr>
              <a:t>Debian</a:t>
            </a:r>
            <a:r>
              <a:rPr lang="da-DK" dirty="0">
                <a:solidFill>
                  <a:schemeClr val="accent4"/>
                </a:solidFill>
              </a:rPr>
              <a:t>-systemer.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APT &amp; pakkehåndtering</a:t>
            </a:r>
            <a:r>
              <a:rPr lang="da-DK" dirty="0">
                <a:solidFill>
                  <a:schemeClr val="accent4"/>
                </a:solidFill>
              </a:rPr>
              <a:t> – installer, opdater og administrér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software på klassisk Linux-manér.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Kommando-linjen er central</a:t>
            </a:r>
            <a:r>
              <a:rPr lang="da-DK" dirty="0">
                <a:solidFill>
                  <a:schemeClr val="accent4"/>
                </a:solidFill>
              </a:rPr>
              <a:t> – Bash, </a:t>
            </a:r>
            <a:r>
              <a:rPr lang="da-DK" dirty="0" err="1">
                <a:solidFill>
                  <a:schemeClr val="accent4"/>
                </a:solidFill>
              </a:rPr>
              <a:t>scripting</a:t>
            </a:r>
            <a:r>
              <a:rPr lang="da-DK" dirty="0">
                <a:solidFill>
                  <a:schemeClr val="accent4"/>
                </a:solidFill>
              </a:rPr>
              <a:t> og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standard Linux-værktøjer er fundamentet. 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Security-værktøjer inkluderet</a:t>
            </a:r>
            <a:r>
              <a:rPr lang="da-DK" dirty="0">
                <a:solidFill>
                  <a:schemeClr val="accent4"/>
                </a:solidFill>
              </a:rPr>
              <a:t> – scanning, analyse, </a:t>
            </a:r>
          </a:p>
          <a:p>
            <a:pPr lvl="0"/>
            <a:r>
              <a:rPr lang="da-DK" dirty="0" err="1">
                <a:solidFill>
                  <a:schemeClr val="accent4"/>
                </a:solidFill>
              </a:rPr>
              <a:t>pentesting</a:t>
            </a:r>
            <a:r>
              <a:rPr lang="da-DK" dirty="0">
                <a:solidFill>
                  <a:schemeClr val="accent4"/>
                </a:solidFill>
              </a:rPr>
              <a:t>, </a:t>
            </a:r>
            <a:r>
              <a:rPr lang="da-DK" dirty="0" err="1">
                <a:solidFill>
                  <a:schemeClr val="accent4"/>
                </a:solidFill>
              </a:rPr>
              <a:t>forensics</a:t>
            </a:r>
            <a:r>
              <a:rPr lang="da-DK" dirty="0">
                <a:solidFill>
                  <a:schemeClr val="accent4"/>
                </a:solidFill>
              </a:rPr>
              <a:t> og OSINT.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Kan tilpasses</a:t>
            </a:r>
            <a:r>
              <a:rPr lang="da-DK" dirty="0">
                <a:solidFill>
                  <a:schemeClr val="accent4"/>
                </a:solidFill>
              </a:rPr>
              <a:t> – installer kun de værktøjer og services, du faktisk har brug for.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Kali = værktøjskasse</a:t>
            </a:r>
            <a:r>
              <a:rPr lang="da-DK" dirty="0">
                <a:solidFill>
                  <a:schemeClr val="accent4"/>
                </a:solidFill>
              </a:rPr>
              <a:t>  – værktøjerne er kun så gode som den forståelse, du bruger dem med.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 dirty="0">
                <a:solidFill>
                  <a:schemeClr val="accent4"/>
                </a:solidFill>
              </a:rPr>
              <a:t>Læringsbudskab:</a:t>
            </a:r>
            <a:r>
              <a:rPr lang="da-DK" dirty="0">
                <a:solidFill>
                  <a:schemeClr val="accent4"/>
                </a:solidFill>
              </a:rPr>
              <a:t> Lær Linux, netværk og principperne bag værktøjerne </a:t>
            </a:r>
          </a:p>
          <a:p>
            <a:r>
              <a:rPr lang="da-DK" dirty="0">
                <a:solidFill>
                  <a:schemeClr val="accent4"/>
                </a:solidFill>
              </a:rPr>
              <a:t>– ikke bare hvilke knapper du skal trykke på.</a:t>
            </a:r>
          </a:p>
          <a:p>
            <a:endParaRPr lang="da-DK" dirty="0">
              <a:solidFill>
                <a:schemeClr val="accent4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460769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25D0-022D-D46D-D9DF-9389DFFE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49CB-27BF-B17A-375C-7334223D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88640"/>
            <a:ext cx="5688533" cy="921296"/>
          </a:xfrm>
        </p:spPr>
        <p:txBody>
          <a:bodyPr/>
          <a:lstStyle/>
          <a:p>
            <a:pPr lvl="0"/>
            <a:r>
              <a:rPr lang="da-DK" sz="3200"/>
              <a:t>HomeLab/Dojo og </a:t>
            </a:r>
            <a:br>
              <a:rPr lang="da-DK" sz="3200"/>
            </a:br>
            <a:r>
              <a:rPr lang="da-DK" sz="3200"/>
              <a:t>sikker netværksopsætning </a:t>
            </a:r>
            <a:br>
              <a:rPr lang="da-DK" sz="3200"/>
            </a:br>
            <a:endParaRPr lang="en-DK" sz="3200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70C41A9F-3BF8-7C78-E91E-E943F9577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034" y="7297"/>
            <a:ext cx="1341984" cy="997097"/>
          </a:xfrm>
          <a:prstGeom prst="rect">
            <a:avLst/>
          </a:prstGeom>
        </p:spPr>
      </p:pic>
      <p:pic>
        <p:nvPicPr>
          <p:cNvPr id="12" name="Pladsholder til billede 11">
            <a:extLst>
              <a:ext uri="{FF2B5EF4-FFF2-40B4-BE49-F238E27FC236}">
                <a16:creationId xmlns:a16="http://schemas.microsoft.com/office/drawing/2014/main" id="{19A8230C-F065-C49F-A598-5BC61A0715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8" t="15561" r="10424" b="15561"/>
          <a:stretch>
            <a:fillRect/>
          </a:stretch>
        </p:blipFill>
        <p:spPr>
          <a:xfrm>
            <a:off x="7032104" y="1628800"/>
            <a:ext cx="4571858" cy="2059882"/>
          </a:xfrm>
          <a:prstGeom prst="rect">
            <a:avLst/>
          </a:prstGeom>
        </p:spPr>
      </p:pic>
      <p:sp>
        <p:nvSpPr>
          <p:cNvPr id="13" name="Tekstfelt 12">
            <a:extLst>
              <a:ext uri="{FF2B5EF4-FFF2-40B4-BE49-F238E27FC236}">
                <a16:creationId xmlns:a16="http://schemas.microsoft.com/office/drawing/2014/main" id="{E1A84B8B-A210-9A33-853A-C06B4E1F8A16}"/>
              </a:ext>
            </a:extLst>
          </p:cNvPr>
          <p:cNvSpPr txBox="1"/>
          <p:nvPr/>
        </p:nvSpPr>
        <p:spPr>
          <a:xfrm>
            <a:off x="284203" y="1305341"/>
            <a:ext cx="975138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da-DK" b="1" dirty="0">
                <a:solidFill>
                  <a:schemeClr val="accent4"/>
                </a:solidFill>
              </a:rPr>
              <a:t>Isoleret miljø</a:t>
            </a:r>
            <a:r>
              <a:rPr lang="da-DK" dirty="0">
                <a:solidFill>
                  <a:schemeClr val="accent4"/>
                </a:solidFill>
              </a:rPr>
              <a:t> – test og eksperimenter uden at påvirke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det primære netværk. 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Realistisk træningsmiljø</a:t>
            </a:r>
            <a:r>
              <a:rPr lang="da-DK" dirty="0">
                <a:solidFill>
                  <a:schemeClr val="accent4"/>
                </a:solidFill>
              </a:rPr>
              <a:t> – mulighed for at simulere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angreb, teste </a:t>
            </a:r>
            <a:r>
              <a:rPr lang="da-DK" dirty="0" err="1">
                <a:solidFill>
                  <a:schemeClr val="accent4"/>
                </a:solidFill>
              </a:rPr>
              <a:t>hardening</a:t>
            </a:r>
            <a:r>
              <a:rPr lang="da-DK" dirty="0">
                <a:solidFill>
                  <a:schemeClr val="accent4"/>
                </a:solidFill>
              </a:rPr>
              <a:t> og øve incident </a:t>
            </a:r>
            <a:r>
              <a:rPr lang="da-DK" dirty="0" err="1">
                <a:solidFill>
                  <a:schemeClr val="accent4"/>
                </a:solidFill>
              </a:rPr>
              <a:t>response</a:t>
            </a:r>
            <a:r>
              <a:rPr lang="da-DK" dirty="0">
                <a:solidFill>
                  <a:schemeClr val="accent4"/>
                </a:solidFill>
              </a:rPr>
              <a:t>. 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Dokumentation</a:t>
            </a:r>
            <a:r>
              <a:rPr lang="da-DK" dirty="0">
                <a:solidFill>
                  <a:schemeClr val="accent4"/>
                </a:solidFill>
              </a:rPr>
              <a:t> – hold styr på topologi, IP-plan,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services og ændringer. 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 dirty="0">
                <a:solidFill>
                  <a:schemeClr val="accent4"/>
                </a:solidFill>
              </a:rPr>
              <a:t>Formål:</a:t>
            </a:r>
            <a:r>
              <a:rPr lang="da-DK" dirty="0">
                <a:solidFill>
                  <a:schemeClr val="accent4"/>
                </a:solidFill>
              </a:rPr>
              <a:t> Et kontrolleret og sikkert miljø, hvor man </a:t>
            </a:r>
          </a:p>
          <a:p>
            <a:r>
              <a:rPr lang="da-DK" dirty="0">
                <a:solidFill>
                  <a:schemeClr val="accent4"/>
                </a:solidFill>
              </a:rPr>
              <a:t>kan lære, teste og eksperimentere uden at kompromittere det øvrige netværk (skolens / eget).</a:t>
            </a:r>
          </a:p>
          <a:p>
            <a:endParaRPr lang="da-DK" dirty="0">
              <a:solidFill>
                <a:schemeClr val="accent4"/>
              </a:solidFill>
            </a:endParaRPr>
          </a:p>
          <a:p>
            <a:r>
              <a:rPr lang="da-DK" dirty="0">
                <a:solidFill>
                  <a:schemeClr val="accent4"/>
                </a:solidFill>
              </a:rPr>
              <a:t>Se </a:t>
            </a:r>
            <a:r>
              <a:rPr lang="da-DK" dirty="0" err="1">
                <a:solidFill>
                  <a:schemeClr val="accent4"/>
                </a:solidFill>
              </a:rPr>
              <a:t>Moodle</a:t>
            </a:r>
            <a:r>
              <a:rPr lang="da-DK" dirty="0">
                <a:solidFill>
                  <a:schemeClr val="accent4"/>
                </a:solidFill>
              </a:rPr>
              <a:t> forløbet for download steder ;-)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 dirty="0">
                <a:solidFill>
                  <a:schemeClr val="accent4"/>
                </a:solidFill>
              </a:rPr>
              <a:t>NB! Kali er Ubuntu / </a:t>
            </a:r>
            <a:r>
              <a:rPr lang="da-DK" b="1" dirty="0" err="1">
                <a:solidFill>
                  <a:schemeClr val="accent4"/>
                </a:solidFill>
              </a:rPr>
              <a:t>Debian</a:t>
            </a:r>
            <a:r>
              <a:rPr lang="da-DK" b="1" dirty="0">
                <a:solidFill>
                  <a:schemeClr val="accent4"/>
                </a:solidFill>
              </a:rPr>
              <a:t> med lidt ekstra ;-)</a:t>
            </a:r>
          </a:p>
          <a:p>
            <a:endParaRPr lang="da-DK" dirty="0">
              <a:solidFill>
                <a:schemeClr val="accent4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0414703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A5BB-55E3-E68D-8255-B2294BA7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543D-FFC1-A290-D791-C237087CB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88640"/>
            <a:ext cx="5688533" cy="921296"/>
          </a:xfrm>
        </p:spPr>
        <p:txBody>
          <a:bodyPr/>
          <a:lstStyle/>
          <a:p>
            <a:pPr lvl="0"/>
            <a:r>
              <a:rPr lang="da-DK" sz="3200" dirty="0"/>
              <a:t>Forskellige scan </a:t>
            </a:r>
            <a:r>
              <a:rPr lang="da-DK" sz="3200" dirty="0" err="1"/>
              <a:t>tools</a:t>
            </a:r>
            <a:r>
              <a:rPr lang="da-DK" sz="3200" dirty="0"/>
              <a:t>….</a:t>
            </a:r>
            <a:br>
              <a:rPr lang="da-DK" sz="3200" dirty="0"/>
            </a:br>
            <a:endParaRPr lang="en-DK" sz="3200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4E8D4EF4-3E59-7357-8841-78F91C5EC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034" y="7297"/>
            <a:ext cx="1341984" cy="997097"/>
          </a:xfrm>
          <a:prstGeom prst="rect">
            <a:avLst/>
          </a:prstGeom>
        </p:spPr>
      </p:pic>
      <p:sp>
        <p:nvSpPr>
          <p:cNvPr id="13" name="Tekstfelt 12">
            <a:extLst>
              <a:ext uri="{FF2B5EF4-FFF2-40B4-BE49-F238E27FC236}">
                <a16:creationId xmlns:a16="http://schemas.microsoft.com/office/drawing/2014/main" id="{A5512871-A6DB-CDFA-0851-B144F6E4CA46}"/>
              </a:ext>
            </a:extLst>
          </p:cNvPr>
          <p:cNvSpPr txBox="1"/>
          <p:nvPr/>
        </p:nvSpPr>
        <p:spPr>
          <a:xfrm>
            <a:off x="284203" y="1305341"/>
            <a:ext cx="58401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da-DK" b="1" dirty="0" err="1">
                <a:solidFill>
                  <a:schemeClr val="accent4"/>
                </a:solidFill>
              </a:rPr>
              <a:t>Recon</a:t>
            </a:r>
            <a:r>
              <a:rPr lang="da-DK" dirty="0">
                <a:solidFill>
                  <a:schemeClr val="accent4"/>
                </a:solidFill>
              </a:rPr>
              <a:t> – indsamling af information om et mål: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domæner, IP-adresser, DNS, services og angrebsflade.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 err="1">
                <a:solidFill>
                  <a:schemeClr val="accent4"/>
                </a:solidFill>
              </a:rPr>
              <a:t>Nmap</a:t>
            </a:r>
            <a:r>
              <a:rPr lang="da-DK" dirty="0">
                <a:solidFill>
                  <a:schemeClr val="accent4"/>
                </a:solidFill>
              </a:rPr>
              <a:t> – kortlægning af netværk og services: hosts,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åbne porte, service-versioner og OS-detektion.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 err="1">
                <a:solidFill>
                  <a:schemeClr val="accent4"/>
                </a:solidFill>
              </a:rPr>
              <a:t>Nikto</a:t>
            </a:r>
            <a:r>
              <a:rPr lang="da-DK" dirty="0">
                <a:solidFill>
                  <a:schemeClr val="accent4"/>
                </a:solidFill>
              </a:rPr>
              <a:t> – </a:t>
            </a:r>
            <a:r>
              <a:rPr lang="da-DK" dirty="0" err="1">
                <a:solidFill>
                  <a:schemeClr val="accent4"/>
                </a:solidFill>
              </a:rPr>
              <a:t>webserver</a:t>
            </a:r>
            <a:r>
              <a:rPr lang="da-DK" dirty="0">
                <a:solidFill>
                  <a:schemeClr val="accent4"/>
                </a:solidFill>
              </a:rPr>
              <a:t>-scanning med fokus på kendte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problemer, usikre konfigurationer og interessante filer.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 err="1">
                <a:solidFill>
                  <a:schemeClr val="accent4"/>
                </a:solidFill>
              </a:rPr>
              <a:t>WPScan</a:t>
            </a:r>
            <a:r>
              <a:rPr lang="da-DK" dirty="0">
                <a:solidFill>
                  <a:schemeClr val="accent4"/>
                </a:solidFill>
              </a:rPr>
              <a:t> – specialiseret scanning af </a:t>
            </a:r>
            <a:r>
              <a:rPr lang="da-DK" b="1" dirty="0">
                <a:solidFill>
                  <a:schemeClr val="accent4"/>
                </a:solidFill>
              </a:rPr>
              <a:t>WordPress</a:t>
            </a:r>
            <a:r>
              <a:rPr lang="da-DK" dirty="0">
                <a:solidFill>
                  <a:schemeClr val="accent4"/>
                </a:solidFill>
              </a:rPr>
              <a:t>: </a:t>
            </a:r>
          </a:p>
          <a:p>
            <a:pPr lvl="0"/>
            <a:r>
              <a:rPr lang="da-DK" dirty="0">
                <a:solidFill>
                  <a:schemeClr val="accent4"/>
                </a:solidFill>
              </a:rPr>
              <a:t>plugins, </a:t>
            </a:r>
            <a:r>
              <a:rPr lang="da-DK" dirty="0" err="1">
                <a:solidFill>
                  <a:schemeClr val="accent4"/>
                </a:solidFill>
              </a:rPr>
              <a:t>themes</a:t>
            </a:r>
            <a:r>
              <a:rPr lang="da-DK" dirty="0">
                <a:solidFill>
                  <a:schemeClr val="accent4"/>
                </a:solidFill>
              </a:rPr>
              <a:t>, brugere og kendte sårbarheder.</a:t>
            </a:r>
          </a:p>
          <a:p>
            <a:endParaRPr lang="da-DK" dirty="0">
              <a:solidFill>
                <a:schemeClr val="accent4"/>
              </a:solidFill>
            </a:endParaRPr>
          </a:p>
          <a:p>
            <a:endParaRPr lang="da-DK" dirty="0">
              <a:solidFill>
                <a:schemeClr val="accent4"/>
              </a:solidFill>
            </a:endParaRPr>
          </a:p>
        </p:txBody>
      </p:sp>
      <p:pic>
        <p:nvPicPr>
          <p:cNvPr id="8" name="Pladsholder til billede 7">
            <a:extLst>
              <a:ext uri="{FF2B5EF4-FFF2-40B4-BE49-F238E27FC236}">
                <a16:creationId xmlns:a16="http://schemas.microsoft.com/office/drawing/2014/main" id="{89722A24-D83B-1A77-212E-21A9B7FB15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6" r="4856" b="6128"/>
          <a:stretch>
            <a:fillRect/>
          </a:stretch>
        </p:blipFill>
        <p:spPr>
          <a:xfrm>
            <a:off x="6384133" y="-11917"/>
            <a:ext cx="3888432" cy="60557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91810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FAA4-A824-A0B1-13B9-51870B30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43CB6E10-FEA9-9921-22BC-3273BA3A5F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DE3EE3F4-AE82-A9A9-2CF8-D9277AC5FE06}"/>
              </a:ext>
            </a:extLst>
          </p:cNvPr>
          <p:cNvSpPr txBox="1"/>
          <p:nvPr/>
        </p:nvSpPr>
        <p:spPr>
          <a:xfrm>
            <a:off x="119336" y="-99392"/>
            <a:ext cx="979467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 dirty="0" err="1">
                <a:solidFill>
                  <a:schemeClr val="accent4"/>
                </a:solidFill>
              </a:rPr>
              <a:t>Pentest</a:t>
            </a:r>
            <a:r>
              <a:rPr lang="da-DK" sz="3200" b="1" dirty="0">
                <a:solidFill>
                  <a:schemeClr val="accent4"/>
                </a:solidFill>
              </a:rPr>
              <a:t>, </a:t>
            </a:r>
            <a:r>
              <a:rPr lang="da-DK" sz="3200" b="1" dirty="0" err="1">
                <a:solidFill>
                  <a:schemeClr val="accent4"/>
                </a:solidFill>
              </a:rPr>
              <a:t>scope</a:t>
            </a:r>
            <a:r>
              <a:rPr lang="da-DK" sz="3200" b="1" dirty="0">
                <a:solidFill>
                  <a:schemeClr val="accent4"/>
                </a:solidFill>
              </a:rPr>
              <a:t> og skriftlig tilladelse </a:t>
            </a:r>
          </a:p>
          <a:p>
            <a:endParaRPr lang="da-DK" sz="2000" b="1" dirty="0">
              <a:solidFill>
                <a:schemeClr val="accent4"/>
              </a:solidFill>
            </a:endParaRPr>
          </a:p>
          <a:p>
            <a:pPr lvl="0"/>
            <a:r>
              <a:rPr lang="da-DK" sz="2000" b="1" dirty="0" err="1">
                <a:solidFill>
                  <a:schemeClr val="accent4"/>
                </a:solidFill>
              </a:rPr>
              <a:t>Pentest</a:t>
            </a:r>
            <a:r>
              <a:rPr lang="da-DK" sz="2000" b="1" dirty="0">
                <a:solidFill>
                  <a:schemeClr val="accent4"/>
                </a:solidFill>
              </a:rPr>
              <a:t> = kontrolleret sikkerhedstest</a:t>
            </a:r>
            <a:r>
              <a:rPr lang="da-DK" sz="2000" dirty="0">
                <a:solidFill>
                  <a:schemeClr val="accent4"/>
                </a:solidFill>
              </a:rPr>
              <a:t> – formålet er at identificere og dokumentere sikkerhedsproblemer.</a:t>
            </a:r>
          </a:p>
          <a:p>
            <a:pPr lvl="0"/>
            <a:endParaRPr lang="da-DK" sz="2000" dirty="0">
              <a:solidFill>
                <a:schemeClr val="accent4"/>
              </a:solidFill>
            </a:endParaRPr>
          </a:p>
          <a:p>
            <a:pPr lvl="0"/>
            <a:r>
              <a:rPr lang="da-DK" sz="2000" b="1" dirty="0" err="1">
                <a:solidFill>
                  <a:schemeClr val="accent4"/>
                </a:solidFill>
              </a:rPr>
              <a:t>Scope</a:t>
            </a:r>
            <a:r>
              <a:rPr lang="da-DK" sz="2000" dirty="0">
                <a:solidFill>
                  <a:schemeClr val="accent4"/>
                </a:solidFill>
              </a:rPr>
              <a:t> – præcisér </a:t>
            </a:r>
            <a:r>
              <a:rPr lang="da-DK" sz="2000" i="1" dirty="0">
                <a:solidFill>
                  <a:schemeClr val="accent4"/>
                </a:solidFill>
              </a:rPr>
              <a:t>hvad</a:t>
            </a:r>
            <a:r>
              <a:rPr lang="da-DK" sz="2000" dirty="0">
                <a:solidFill>
                  <a:schemeClr val="accent4"/>
                </a:solidFill>
              </a:rPr>
              <a:t> der må testes: IP-adresser, domæner, systemer, applikationer og tidsrum.</a:t>
            </a:r>
          </a:p>
          <a:p>
            <a:pPr lvl="0"/>
            <a:endParaRPr lang="da-DK" sz="2000" b="1" dirty="0">
              <a:solidFill>
                <a:schemeClr val="accent4"/>
              </a:solidFill>
            </a:endParaRPr>
          </a:p>
          <a:p>
            <a:pPr lvl="0"/>
            <a:r>
              <a:rPr lang="da-DK" sz="2000" b="1" dirty="0">
                <a:solidFill>
                  <a:schemeClr val="accent4"/>
                </a:solidFill>
              </a:rPr>
              <a:t>Regler for engagementet</a:t>
            </a:r>
            <a:r>
              <a:rPr lang="da-DK" sz="2000" dirty="0">
                <a:solidFill>
                  <a:schemeClr val="accent4"/>
                </a:solidFill>
              </a:rPr>
              <a:t> – aftal hvilke teknikker der må anvendes, og hvad der er uden for </a:t>
            </a:r>
            <a:r>
              <a:rPr lang="da-DK" sz="2000" dirty="0" err="1">
                <a:solidFill>
                  <a:schemeClr val="accent4"/>
                </a:solidFill>
              </a:rPr>
              <a:t>scope</a:t>
            </a:r>
            <a:r>
              <a:rPr lang="da-DK" sz="2000" dirty="0">
                <a:solidFill>
                  <a:schemeClr val="accent4"/>
                </a:solidFill>
              </a:rPr>
              <a:t>.</a:t>
            </a:r>
          </a:p>
          <a:p>
            <a:pPr lvl="0"/>
            <a:r>
              <a:rPr lang="da-DK" sz="2000" b="1" dirty="0">
                <a:solidFill>
                  <a:schemeClr val="accent4"/>
                </a:solidFill>
              </a:rPr>
              <a:t>Skriftlig tilladelse</a:t>
            </a:r>
            <a:r>
              <a:rPr lang="da-DK" sz="2000" dirty="0">
                <a:solidFill>
                  <a:schemeClr val="accent4"/>
                </a:solidFill>
              </a:rPr>
              <a:t> – få eksplicit godkendelse fra den system-/dataansvarlige </a:t>
            </a:r>
            <a:r>
              <a:rPr lang="da-DK" sz="2000" b="1" dirty="0">
                <a:solidFill>
                  <a:schemeClr val="accent4"/>
                </a:solidFill>
              </a:rPr>
              <a:t>før testen starter</a:t>
            </a:r>
            <a:r>
              <a:rPr lang="da-DK" sz="2000" dirty="0">
                <a:solidFill>
                  <a:schemeClr val="accent4"/>
                </a:solidFill>
              </a:rPr>
              <a:t>.</a:t>
            </a:r>
          </a:p>
          <a:p>
            <a:pPr lvl="0"/>
            <a:r>
              <a:rPr lang="da-DK" sz="2000" b="1" dirty="0">
                <a:solidFill>
                  <a:schemeClr val="accent4"/>
                </a:solidFill>
              </a:rPr>
              <a:t>Dokumentér alt</a:t>
            </a:r>
            <a:r>
              <a:rPr lang="da-DK" sz="2000" dirty="0">
                <a:solidFill>
                  <a:schemeClr val="accent4"/>
                </a:solidFill>
              </a:rPr>
              <a:t> – </a:t>
            </a:r>
            <a:r>
              <a:rPr lang="da-DK" sz="2000" dirty="0" err="1">
                <a:solidFill>
                  <a:schemeClr val="accent4"/>
                </a:solidFill>
              </a:rPr>
              <a:t>scope</a:t>
            </a:r>
            <a:r>
              <a:rPr lang="da-DK" sz="2000" dirty="0">
                <a:solidFill>
                  <a:schemeClr val="accent4"/>
                </a:solidFill>
              </a:rPr>
              <a:t>, tilladelse, fund, testtidspunkter og eventuelle ændringer.</a:t>
            </a:r>
          </a:p>
          <a:p>
            <a:pPr lvl="0"/>
            <a:endParaRPr lang="da-DK" sz="2000" b="1" dirty="0">
              <a:solidFill>
                <a:schemeClr val="accent4"/>
              </a:solidFill>
            </a:endParaRPr>
          </a:p>
          <a:p>
            <a:pPr lvl="0"/>
            <a:r>
              <a:rPr lang="da-DK" sz="2000" b="1" u="sng" dirty="0">
                <a:solidFill>
                  <a:schemeClr val="accent4"/>
                </a:solidFill>
              </a:rPr>
              <a:t>Stop ved tvivl</a:t>
            </a:r>
            <a:r>
              <a:rPr lang="da-DK" sz="2000" u="sng" dirty="0">
                <a:solidFill>
                  <a:schemeClr val="accent4"/>
                </a:solidFill>
              </a:rPr>
              <a:t> – hvis et system viser sig at ligge uden for </a:t>
            </a:r>
            <a:r>
              <a:rPr lang="da-DK" sz="2000" u="sng" dirty="0" err="1">
                <a:solidFill>
                  <a:schemeClr val="accent4"/>
                </a:solidFill>
              </a:rPr>
              <a:t>scope</a:t>
            </a:r>
            <a:r>
              <a:rPr lang="da-DK" sz="2000" u="sng" dirty="0">
                <a:solidFill>
                  <a:schemeClr val="accent4"/>
                </a:solidFill>
              </a:rPr>
              <a:t>, </a:t>
            </a:r>
          </a:p>
          <a:p>
            <a:pPr lvl="0"/>
            <a:r>
              <a:rPr lang="da-DK" sz="2000" u="sng" dirty="0">
                <a:solidFill>
                  <a:schemeClr val="accent4"/>
                </a:solidFill>
              </a:rPr>
              <a:t>-så stop og afklar situationen.</a:t>
            </a:r>
          </a:p>
          <a:p>
            <a:pPr lvl="0"/>
            <a:endParaRPr lang="da-DK" sz="2000" dirty="0">
              <a:solidFill>
                <a:schemeClr val="accent4"/>
              </a:solidFill>
            </a:endParaRPr>
          </a:p>
          <a:p>
            <a:r>
              <a:rPr lang="da-DK" sz="2000" b="1" dirty="0">
                <a:solidFill>
                  <a:schemeClr val="accent4"/>
                </a:solidFill>
              </a:rPr>
              <a:t>Læringsbudskab:</a:t>
            </a:r>
            <a:r>
              <a:rPr lang="da-DK" sz="2000" dirty="0">
                <a:solidFill>
                  <a:schemeClr val="accent4"/>
                </a:solidFill>
              </a:rPr>
              <a:t> Et godt </a:t>
            </a:r>
            <a:r>
              <a:rPr lang="da-DK" sz="2000" dirty="0" err="1">
                <a:solidFill>
                  <a:schemeClr val="accent4"/>
                </a:solidFill>
              </a:rPr>
              <a:t>pentest</a:t>
            </a:r>
            <a:r>
              <a:rPr lang="da-DK" sz="2000" dirty="0">
                <a:solidFill>
                  <a:schemeClr val="accent4"/>
                </a:solidFill>
              </a:rPr>
              <a:t> handler ikke kun om teknik. </a:t>
            </a:r>
          </a:p>
          <a:p>
            <a:r>
              <a:rPr lang="da-DK" sz="2000" b="1" dirty="0">
                <a:solidFill>
                  <a:schemeClr val="accent4"/>
                </a:solidFill>
              </a:rPr>
              <a:t>Du skal vide, hvad du må teste, hvor du må teste, og hvorfor du tester det.</a:t>
            </a:r>
            <a:endParaRPr lang="da-DK" sz="2000" dirty="0">
              <a:solidFill>
                <a:schemeClr val="accent4"/>
              </a:solidFill>
            </a:endParaRPr>
          </a:p>
          <a:p>
            <a:pPr lvl="0"/>
            <a:endParaRPr lang="da-DK" sz="2000" b="1" dirty="0">
              <a:solidFill>
                <a:schemeClr val="accent6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986101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9F1D8-BE9E-3280-E71F-1453C825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635813A3-EC19-232D-7AEE-6958C499FE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C4444B1C-7ABB-9B35-E39F-2156DD3AC6F2}"/>
              </a:ext>
            </a:extLst>
          </p:cNvPr>
          <p:cNvSpPr txBox="1"/>
          <p:nvPr/>
        </p:nvSpPr>
        <p:spPr>
          <a:xfrm>
            <a:off x="407368" y="188640"/>
            <a:ext cx="105851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3600" b="1" dirty="0">
                <a:solidFill>
                  <a:schemeClr val="accent4"/>
                </a:solidFill>
              </a:rPr>
              <a:t>Dokumentation af sikkerhedsfund – </a:t>
            </a:r>
            <a:r>
              <a:rPr lang="da-DK" sz="3600" b="1" dirty="0" err="1">
                <a:solidFill>
                  <a:schemeClr val="accent4"/>
                </a:solidFill>
              </a:rPr>
              <a:t>OpenVAS</a:t>
            </a:r>
            <a:endParaRPr lang="da-DK" sz="3600" b="1" dirty="0">
              <a:solidFill>
                <a:schemeClr val="accent4"/>
              </a:solidFill>
            </a:endParaRPr>
          </a:p>
          <a:p>
            <a:pPr>
              <a:buNone/>
            </a:pPr>
            <a:endParaRPr lang="da-DK" b="1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 err="1">
                <a:solidFill>
                  <a:schemeClr val="accent4"/>
                </a:solidFill>
              </a:rPr>
              <a:t>OpenVAS</a:t>
            </a:r>
            <a:r>
              <a:rPr lang="da-DK" dirty="0">
                <a:solidFill>
                  <a:schemeClr val="accent4"/>
                </a:solidFill>
              </a:rPr>
              <a:t> – scanner systemer for kendte sårbarheder og fejlkonfigurationer.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>
                <a:solidFill>
                  <a:schemeClr val="accent4"/>
                </a:solidFill>
              </a:rPr>
              <a:t>Dokumentér fundet</a:t>
            </a:r>
            <a:r>
              <a:rPr lang="da-DK" dirty="0">
                <a:solidFill>
                  <a:schemeClr val="accent4"/>
                </a:solidFill>
              </a:rPr>
              <a:t> – hvad er problemet, hvor er det fundet, og hvilken service/version er berørt?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 err="1">
                <a:solidFill>
                  <a:schemeClr val="accent4"/>
                </a:solidFill>
              </a:rPr>
              <a:t>Severity</a:t>
            </a:r>
            <a:r>
              <a:rPr lang="da-DK" b="1" dirty="0">
                <a:solidFill>
                  <a:schemeClr val="accent4"/>
                </a:solidFill>
              </a:rPr>
              <a:t> &amp; risiko</a:t>
            </a:r>
            <a:r>
              <a:rPr lang="da-DK" dirty="0">
                <a:solidFill>
                  <a:schemeClr val="accent4"/>
                </a:solidFill>
              </a:rPr>
              <a:t> – vurder alvoren og den potentielle påvirkning af systemet.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>
                <a:solidFill>
                  <a:schemeClr val="accent4"/>
                </a:solidFill>
              </a:rPr>
              <a:t>Evidens</a:t>
            </a:r>
            <a:r>
              <a:rPr lang="da-DK" dirty="0">
                <a:solidFill>
                  <a:schemeClr val="accent4"/>
                </a:solidFill>
              </a:rPr>
              <a:t> – gem relevante scan-resultater, versioner, timestamps og screenshots.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>
                <a:solidFill>
                  <a:schemeClr val="accent4"/>
                </a:solidFill>
              </a:rPr>
              <a:t>Valider fund</a:t>
            </a:r>
            <a:r>
              <a:rPr lang="da-DK" dirty="0">
                <a:solidFill>
                  <a:schemeClr val="accent4"/>
                </a:solidFill>
              </a:rPr>
              <a:t> – et automatisk scan er et udgangspunkt; kontrollér om fundet faktisk er relevant.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>
                <a:solidFill>
                  <a:schemeClr val="accent4"/>
                </a:solidFill>
              </a:rPr>
              <a:t>Anbefaling</a:t>
            </a:r>
            <a:r>
              <a:rPr lang="da-DK" dirty="0">
                <a:solidFill>
                  <a:schemeClr val="accent4"/>
                </a:solidFill>
              </a:rPr>
              <a:t> – beskriv en konkret løsning: patch, konfigurationsændring, segmentering eller anden </a:t>
            </a:r>
            <a:r>
              <a:rPr lang="da-DK" dirty="0" err="1">
                <a:solidFill>
                  <a:schemeClr val="accent4"/>
                </a:solidFill>
              </a:rPr>
              <a:t>mitigering</a:t>
            </a:r>
            <a:r>
              <a:rPr lang="da-DK" dirty="0">
                <a:solidFill>
                  <a:schemeClr val="accent4"/>
                </a:solidFill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da-DK" dirty="0">
              <a:solidFill>
                <a:schemeClr val="accent4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a-DK" b="1" dirty="0">
                <a:solidFill>
                  <a:schemeClr val="accent4"/>
                </a:solidFill>
              </a:rPr>
              <a:t>Opfølgning</a:t>
            </a:r>
            <a:r>
              <a:rPr lang="da-DK" dirty="0">
                <a:solidFill>
                  <a:schemeClr val="accent4"/>
                </a:solidFill>
              </a:rPr>
              <a:t> – scan igen efter udbedring og dokumentér, at problemet er løst.</a:t>
            </a:r>
          </a:p>
          <a:p>
            <a:pPr>
              <a:buNone/>
            </a:pPr>
            <a:endParaRPr lang="da-DK" b="1" dirty="0">
              <a:solidFill>
                <a:schemeClr val="accent4"/>
              </a:solidFill>
            </a:endParaRPr>
          </a:p>
          <a:p>
            <a:pPr>
              <a:buNone/>
            </a:pPr>
            <a:r>
              <a:rPr lang="da-DK" b="1" dirty="0">
                <a:solidFill>
                  <a:schemeClr val="accent4"/>
                </a:solidFill>
              </a:rPr>
              <a:t>Læringsbudskab:</a:t>
            </a:r>
            <a:r>
              <a:rPr lang="da-DK" dirty="0">
                <a:solidFill>
                  <a:schemeClr val="accent4"/>
                </a:solidFill>
              </a:rPr>
              <a:t> </a:t>
            </a:r>
          </a:p>
          <a:p>
            <a:pPr>
              <a:buNone/>
            </a:pPr>
            <a:r>
              <a:rPr lang="da-DK" dirty="0">
                <a:solidFill>
                  <a:schemeClr val="accent4"/>
                </a:solidFill>
              </a:rPr>
              <a:t>Et sikkerhedsfund er først værdifuldt, når det kan </a:t>
            </a:r>
            <a:r>
              <a:rPr lang="da-DK" b="1" dirty="0">
                <a:solidFill>
                  <a:schemeClr val="accent4"/>
                </a:solidFill>
              </a:rPr>
              <a:t>forstås, </a:t>
            </a:r>
          </a:p>
          <a:p>
            <a:pPr>
              <a:buNone/>
            </a:pPr>
            <a:r>
              <a:rPr lang="da-DK" b="1" dirty="0">
                <a:solidFill>
                  <a:schemeClr val="accent4"/>
                </a:solidFill>
              </a:rPr>
              <a:t>dokumenteres, prioriteres og følges til dørs</a:t>
            </a:r>
            <a:r>
              <a:rPr lang="da-DK" dirty="0">
                <a:solidFill>
                  <a:schemeClr val="accent4"/>
                </a:solidFill>
              </a:rPr>
              <a:t>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1030395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211C4-1EF1-EE37-D2BE-61BFEF78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yellow symbol on a black background&#10;&#10;Description automatically generated">
            <a:extLst>
              <a:ext uri="{FF2B5EF4-FFF2-40B4-BE49-F238E27FC236}">
                <a16:creationId xmlns:a16="http://schemas.microsoft.com/office/drawing/2014/main" id="{E36C15DE-FF1A-6397-4433-CF6BD52FC7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026" b="-6026"/>
          <a:stretch>
            <a:fillRect/>
          </a:stretch>
        </p:blipFill>
        <p:spPr/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C23999DD-0608-B890-2F94-7BD956607C68}"/>
              </a:ext>
            </a:extLst>
          </p:cNvPr>
          <p:cNvSpPr txBox="1"/>
          <p:nvPr/>
        </p:nvSpPr>
        <p:spPr>
          <a:xfrm>
            <a:off x="407368" y="188640"/>
            <a:ext cx="1058517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200" b="1" dirty="0" err="1">
                <a:solidFill>
                  <a:schemeClr val="accent4"/>
                </a:solidFill>
              </a:rPr>
              <a:t>HomeLab</a:t>
            </a:r>
            <a:r>
              <a:rPr lang="da-DK" sz="3200" b="1" dirty="0">
                <a:solidFill>
                  <a:schemeClr val="accent4"/>
                </a:solidFill>
              </a:rPr>
              <a:t>/</a:t>
            </a:r>
            <a:r>
              <a:rPr lang="da-DK" sz="3200" b="1" dirty="0" err="1">
                <a:solidFill>
                  <a:schemeClr val="accent4"/>
                </a:solidFill>
              </a:rPr>
              <a:t>Dojo</a:t>
            </a:r>
            <a:r>
              <a:rPr lang="da-DK" sz="3200" b="1" dirty="0">
                <a:solidFill>
                  <a:schemeClr val="accent4"/>
                </a:solidFill>
              </a:rPr>
              <a:t> og sikker netværksopsætning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Isoleret labmiljø</a:t>
            </a:r>
            <a:r>
              <a:rPr lang="da-DK" dirty="0">
                <a:solidFill>
                  <a:schemeClr val="accent4"/>
                </a:solidFill>
              </a:rPr>
              <a:t> – et sikkert sted at teste, fejle og lære.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Netværkssegmentering</a:t>
            </a:r>
            <a:r>
              <a:rPr lang="da-DK" dirty="0">
                <a:solidFill>
                  <a:schemeClr val="accent4"/>
                </a:solidFill>
              </a:rPr>
              <a:t> – adskil lab, klienter, servere og øvrige systemer.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Firewall &amp; adgangskontrol</a:t>
            </a:r>
            <a:r>
              <a:rPr lang="da-DK" dirty="0">
                <a:solidFill>
                  <a:schemeClr val="accent4"/>
                </a:solidFill>
              </a:rPr>
              <a:t> – begræns kommunikation til det nødvendige.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 err="1">
                <a:solidFill>
                  <a:schemeClr val="accent4"/>
                </a:solidFill>
              </a:rPr>
              <a:t>Monitoring</a:t>
            </a:r>
            <a:r>
              <a:rPr lang="da-DK" b="1" dirty="0">
                <a:solidFill>
                  <a:schemeClr val="accent4"/>
                </a:solidFill>
              </a:rPr>
              <a:t> &amp; </a:t>
            </a:r>
            <a:r>
              <a:rPr lang="da-DK" b="1" dirty="0" err="1">
                <a:solidFill>
                  <a:schemeClr val="accent4"/>
                </a:solidFill>
              </a:rPr>
              <a:t>logging</a:t>
            </a:r>
            <a:r>
              <a:rPr lang="da-DK" dirty="0">
                <a:solidFill>
                  <a:schemeClr val="accent4"/>
                </a:solidFill>
              </a:rPr>
              <a:t> – se hvad der sker på netværket og lær af trafikken.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Kali + værktøjer</a:t>
            </a:r>
            <a:r>
              <a:rPr lang="da-DK" dirty="0">
                <a:solidFill>
                  <a:schemeClr val="accent4"/>
                </a:solidFill>
              </a:rPr>
              <a:t> – brug scannerne til at undersøge og forstå dit eget miljø.</a:t>
            </a:r>
          </a:p>
          <a:p>
            <a:pPr lvl="0"/>
            <a:endParaRPr lang="da-DK" b="1" dirty="0">
              <a:solidFill>
                <a:schemeClr val="accent4"/>
              </a:solidFill>
            </a:endParaRPr>
          </a:p>
          <a:p>
            <a:pPr lvl="0"/>
            <a:r>
              <a:rPr lang="da-DK" b="1" dirty="0">
                <a:solidFill>
                  <a:schemeClr val="accent4"/>
                </a:solidFill>
              </a:rPr>
              <a:t>Fra teori til praksis</a:t>
            </a:r>
            <a:r>
              <a:rPr lang="da-DK" dirty="0">
                <a:solidFill>
                  <a:schemeClr val="accent4"/>
                </a:solidFill>
              </a:rPr>
              <a:t> – </a:t>
            </a:r>
            <a:r>
              <a:rPr lang="da-DK" dirty="0" err="1">
                <a:solidFill>
                  <a:schemeClr val="accent4"/>
                </a:solidFill>
              </a:rPr>
              <a:t>recon</a:t>
            </a:r>
            <a:r>
              <a:rPr lang="da-DK" dirty="0">
                <a:solidFill>
                  <a:schemeClr val="accent4"/>
                </a:solidFill>
              </a:rPr>
              <a:t> → scanning → analyse → dokumentation → </a:t>
            </a:r>
            <a:r>
              <a:rPr lang="da-DK" dirty="0" err="1">
                <a:solidFill>
                  <a:schemeClr val="accent4"/>
                </a:solidFill>
              </a:rPr>
              <a:t>remediation</a:t>
            </a:r>
            <a:r>
              <a:rPr lang="da-DK" dirty="0">
                <a:solidFill>
                  <a:schemeClr val="accent4"/>
                </a:solidFill>
              </a:rPr>
              <a:t>.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>
                <a:solidFill>
                  <a:schemeClr val="accent4"/>
                </a:solidFill>
              </a:rPr>
              <a:t>-&gt; Live </a:t>
            </a:r>
            <a:r>
              <a:rPr lang="da-DK" b="1" dirty="0">
                <a:solidFill>
                  <a:schemeClr val="accent4"/>
                </a:solidFill>
              </a:rPr>
              <a:t>Demo – labøvelse (dagens opgave!)</a:t>
            </a: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 dirty="0">
                <a:solidFill>
                  <a:schemeClr val="accent4"/>
                </a:solidFill>
              </a:rPr>
              <a:t>Vi går fra et ukendt system til et dokumenteret sikkerhedsfund.</a:t>
            </a:r>
            <a:endParaRPr lang="da-DK" dirty="0">
              <a:solidFill>
                <a:schemeClr val="accent4"/>
              </a:solidFill>
            </a:endParaRPr>
          </a:p>
          <a:p>
            <a:endParaRPr lang="da-DK" b="1" dirty="0">
              <a:solidFill>
                <a:schemeClr val="accent4"/>
              </a:solidFill>
            </a:endParaRPr>
          </a:p>
          <a:p>
            <a:r>
              <a:rPr lang="da-DK" b="1" dirty="0">
                <a:solidFill>
                  <a:schemeClr val="accent4"/>
                </a:solidFill>
              </a:rPr>
              <a:t>Læringsbudskab:</a:t>
            </a:r>
            <a:r>
              <a:rPr lang="da-DK" dirty="0">
                <a:solidFill>
                  <a:schemeClr val="accent4"/>
                </a:solidFill>
              </a:rPr>
              <a:t> Det er i home-lab, vi omsætter teori til praktiske færdigheder </a:t>
            </a:r>
          </a:p>
          <a:p>
            <a:r>
              <a:rPr lang="da-DK" dirty="0">
                <a:solidFill>
                  <a:schemeClr val="accent4"/>
                </a:solidFill>
              </a:rPr>
              <a:t>– </a:t>
            </a:r>
            <a:r>
              <a:rPr lang="da-DK" b="1" dirty="0">
                <a:solidFill>
                  <a:schemeClr val="accent4"/>
                </a:solidFill>
              </a:rPr>
              <a:t>sikkert, kontrolleret og med dokumentation hele vejen.</a:t>
            </a:r>
            <a:endParaRPr lang="da-DK" dirty="0">
              <a:solidFill>
                <a:schemeClr val="accent4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9435701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4DB1530B-9EF0-4AB0-ACB4-9E6A34B9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a-DK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139471-2B82-4D6F-ACAA-AC1E0A573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24" y="1583639"/>
            <a:ext cx="7200800" cy="184536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a-DK" sz="5400" dirty="0"/>
              <a:t>Nysgerrig?</a:t>
            </a:r>
            <a:br>
              <a:rPr lang="da-DK" sz="5400" dirty="0"/>
            </a:br>
            <a:r>
              <a:rPr lang="da-DK" sz="5400" dirty="0"/>
              <a:t>Spørg løs!</a:t>
            </a:r>
            <a:br>
              <a:rPr lang="da-DK" sz="5400" dirty="0"/>
            </a:br>
            <a:br>
              <a:rPr lang="da-DK" sz="5400" dirty="0"/>
            </a:br>
            <a:r>
              <a:rPr lang="da-DK" sz="5400" dirty="0"/>
              <a:t>Min Mail</a:t>
            </a:r>
            <a:br>
              <a:rPr lang="da-DK" sz="5400" dirty="0"/>
            </a:br>
            <a:r>
              <a:rPr lang="da-DK" sz="5400" dirty="0"/>
              <a:t>suan@zealand.dk</a:t>
            </a:r>
          </a:p>
        </p:txBody>
      </p:sp>
      <p:pic>
        <p:nvPicPr>
          <p:cNvPr id="5" name="Billede 4" descr="Et billede, der indeholder legetøj&#10;&#10;Automatisk genereret beskrivelse">
            <a:extLst>
              <a:ext uri="{FF2B5EF4-FFF2-40B4-BE49-F238E27FC236}">
                <a16:creationId xmlns:a16="http://schemas.microsoft.com/office/drawing/2014/main" id="{BBB9FDE0-513C-DAE7-2A3B-03F9ADA3647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32" y="188640"/>
            <a:ext cx="5530130" cy="3110698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8864987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9"/>
  <p:tag name="AS_OS" val="Unix 5.4.0.198"/>
  <p:tag name="AS_RELEASE_DATE" val="2024.02.14"/>
  <p:tag name="AS_TITLE" val="Aspose.Slides for .NET6"/>
  <p:tag name="AS_VERSION" val="24.2"/>
</p:tagLst>
</file>

<file path=ppt/theme/theme1.xml><?xml version="1.0" encoding="utf-8"?>
<a:theme xmlns:a="http://schemas.openxmlformats.org/drawingml/2006/main" name="Office Theme">
  <a:themeElements>
    <a:clrScheme name="Zealand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287"/>
      </a:accent4>
      <a:accent5>
        <a:srgbClr val="FFF287"/>
      </a:accent5>
      <a:accent6>
        <a:srgbClr val="FFF387"/>
      </a:accent6>
      <a:hlink>
        <a:srgbClr val="FFF287"/>
      </a:hlink>
      <a:folHlink>
        <a:srgbClr val="FFF187"/>
      </a:folHlink>
    </a:clrScheme>
    <a:fontScheme name="Arial">
      <a:maj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lank">
  <a:themeElements>
    <a:clrScheme name="Zealand">
      <a:dk1>
        <a:sysClr val="windowText" lastClr="000000"/>
      </a:dk1>
      <a:lt1>
        <a:sysClr val="window" lastClr="FFFFFF"/>
      </a:lt1>
      <a:dk2>
        <a:srgbClr val="FFF387"/>
      </a:dk2>
      <a:lt2>
        <a:srgbClr val="EBEBEB"/>
      </a:lt2>
      <a:accent1>
        <a:srgbClr val="FFF387"/>
      </a:accent1>
      <a:accent2>
        <a:srgbClr val="FFF9C3"/>
      </a:accent2>
      <a:accent3>
        <a:srgbClr val="404040"/>
      </a:accent3>
      <a:accent4>
        <a:srgbClr val="6C6C6C"/>
      </a:accent4>
      <a:accent5>
        <a:srgbClr val="A6A6A6"/>
      </a:accent5>
      <a:accent6>
        <a:srgbClr val="CFCFCF"/>
      </a:accent6>
      <a:hlink>
        <a:srgbClr val="0000FF"/>
      </a:hlink>
      <a:folHlink>
        <a:srgbClr val="800080"/>
      </a:folHlink>
    </a:clrScheme>
    <a:fontScheme name="Zealand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sz="20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ealand.potx" id="{1EBD9D8F-51EC-41A2-9B3C-16CD61C27282}" vid="{F306AF44-9223-4065-9897-6981FF7FCC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item1.xml><?xml version="1.0" encoding="utf-8"?>
<TemplafyTemplateConfiguration><![CDATA[{"elementsMetadata":[],"transformationConfigurations":[],"templateName":"Zealand - PP skabelon - Aug-2026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TemplateConfiguration><![CDATA[{"slideVersion":1,"isValidatorEnabled":false,"isLocked":false,"elementsMetadata":[],"slideId":"1515855798354575361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7.xml><?xml version="1.0" encoding="utf-8"?>
<TemplafySlideTemplateConfiguration><![CDATA[{"slideVersion":1,"isValidatorEnabled":false,"isLocked":false,"elementsMetadata":[],"slideId":"1515855798354575364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1,"isValidatorEnabled":false,"isLocked":false,"elementsMetadata":[],"slideId":"1515855798354575364","enableDocumentContentUpdater":false,"version":"2.0"}]]></TemplafySlideTemplateConfiguration>
</file>

<file path=customXml/item11.xml><?xml version="1.0" encoding="utf-8"?>
<TemplafySlideTemplateConfiguration><![CDATA[{"slideVersion":1,"isValidatorEnabled":false,"isLocked":false,"elementsMetadata":[],"slideId":"1515855798354575364","enableDocumentContentUpdater":false,"version":"2.0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slideVersion":1,"isValidatorEnabled":false,"isLocked":false,"elementsMetadata":[],"slideId":"1515855798354575362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1,"isValidatorEnabled":false,"isLocked":false,"elementsMetadata":[],"slideId":"1515855798354575390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9B7BB25D-D8C5-498A-ACB6-3CDE213DA424}">
  <ds:schemaRefs/>
</ds:datastoreItem>
</file>

<file path=customXml/itemProps2.xml><?xml version="1.0" encoding="utf-8"?>
<ds:datastoreItem xmlns:ds="http://schemas.openxmlformats.org/officeDocument/2006/customXml" ds:itemID="{D6ADD10F-CD34-4702-A295-3255D381B3C0}">
  <ds:schemaRefs/>
</ds:datastoreItem>
</file>

<file path=customXml/itemProps3.xml><?xml version="1.0" encoding="utf-8"?>
<ds:datastoreItem xmlns:ds="http://schemas.openxmlformats.org/officeDocument/2006/customXml" ds:itemID="{5F968E86-BE68-4857-8B57-86DE734AD126}">
  <ds:schemaRefs/>
</ds:datastoreItem>
</file>

<file path=customXml/itemProps4.xml><?xml version="1.0" encoding="utf-8"?>
<ds:datastoreItem xmlns:ds="http://schemas.openxmlformats.org/officeDocument/2006/customXml" ds:itemID="{71173034-CE87-49CF-B3C9-B9C1EA2D26D0}">
  <ds:schemaRefs/>
</ds:datastoreItem>
</file>

<file path=customXml/itemProps5.xml><?xml version="1.0" encoding="utf-8"?>
<ds:datastoreItem xmlns:ds="http://schemas.openxmlformats.org/officeDocument/2006/customXml" ds:itemID="{A0A3236A-915A-407B-9947-5E7A0CD13EA4}">
  <ds:schemaRefs/>
</ds:datastoreItem>
</file>

<file path=customXml/itemProps6.xml><?xml version="1.0" encoding="utf-8"?>
<ds:datastoreItem xmlns:ds="http://schemas.openxmlformats.org/officeDocument/2006/customXml" ds:itemID="{6D7FA9FA-7EFA-4C38-9726-86148A2F5E3B}">
  <ds:schemaRefs/>
</ds:datastoreItem>
</file>

<file path=customXml/itemProps7.xml><?xml version="1.0" encoding="utf-8"?>
<ds:datastoreItem xmlns:ds="http://schemas.openxmlformats.org/officeDocument/2006/customXml" ds:itemID="{FFE63FBC-7540-4F42-A114-BE0A4B19A2BE}">
  <ds:schemaRefs/>
</ds:datastoreItem>
</file>

<file path=customXml/itemProps8.xml><?xml version="1.0" encoding="utf-8"?>
<ds:datastoreItem xmlns:ds="http://schemas.openxmlformats.org/officeDocument/2006/customXml" ds:itemID="{3395D194-DDA2-4D38-A4AF-24B0D0679C8F}">
  <ds:schemaRefs/>
</ds:datastoreItem>
</file>

<file path=customXml/itemProps9.xml><?xml version="1.0" encoding="utf-8"?>
<ds:datastoreItem xmlns:ds="http://schemas.openxmlformats.org/officeDocument/2006/customXml" ds:itemID="{8D5CB0F9-9EC0-494A-9268-26AFE83B0769}">
  <ds:schemaRefs/>
</ds:datastoreItem>
</file>

<file path=customXml/itemProps10.xml><?xml version="1.0" encoding="utf-8"?>
<ds:datastoreItem xmlns:ds="http://schemas.openxmlformats.org/officeDocument/2006/customXml" ds:itemID="{095A9E34-A05A-47E4-9669-E5FE0FAC5FD9}">
  <ds:schemaRefs/>
</ds:datastoreItem>
</file>

<file path=customXml/itemProps11.xml><?xml version="1.0" encoding="utf-8"?>
<ds:datastoreItem xmlns:ds="http://schemas.openxmlformats.org/officeDocument/2006/customXml" ds:itemID="{A5356F7E-B915-4BBF-B539-A2454370A5BE}">
  <ds:schemaRefs/>
</ds:datastoreItem>
</file>

<file path=customXml/itemProps12.xml><?xml version="1.0" encoding="utf-8"?>
<ds:datastoreItem xmlns:ds="http://schemas.openxmlformats.org/officeDocument/2006/customXml" ds:itemID="{79E95B62-AED1-4F0C-B8F3-E08FEB1261FF}">
  <ds:schemaRefs/>
</ds:datastoreItem>
</file>

<file path=customXml/itemProps13.xml><?xml version="1.0" encoding="utf-8"?>
<ds:datastoreItem xmlns:ds="http://schemas.openxmlformats.org/officeDocument/2006/customXml" ds:itemID="{2F36C3B9-C0CA-444A-AE86-216688A7D3D9}">
  <ds:schemaRefs/>
</ds:datastoreItem>
</file>

<file path=customXml/itemProps14.xml><?xml version="1.0" encoding="utf-8"?>
<ds:datastoreItem xmlns:ds="http://schemas.openxmlformats.org/officeDocument/2006/customXml" ds:itemID="{C9A30E3F-2FAB-433C-8789-E12CAF4EBCB7}">
  <ds:schemaRefs/>
</ds:datastoreItem>
</file>

<file path=customXml/itemProps15.xml><?xml version="1.0" encoding="utf-8"?>
<ds:datastoreItem xmlns:ds="http://schemas.openxmlformats.org/officeDocument/2006/customXml" ds:itemID="{942EF3D1-1C12-4F18-B2BF-29E11FCB2D0A}">
  <ds:schemaRefs/>
</ds:datastoreItem>
</file>

<file path=customXml/itemProps16.xml><?xml version="1.0" encoding="utf-8"?>
<ds:datastoreItem xmlns:ds="http://schemas.openxmlformats.org/officeDocument/2006/customXml" ds:itemID="{330556FF-E2ED-40DA-B148-CE28EF3D8BF2}">
  <ds:schemaRefs/>
</ds:datastoreItem>
</file>

<file path=customXml/itemProps17.xml><?xml version="1.0" encoding="utf-8"?>
<ds:datastoreItem xmlns:ds="http://schemas.openxmlformats.org/officeDocument/2006/customXml" ds:itemID="{59BBF8A3-AD02-48D3-86B6-64FC6F925DCD}">
  <ds:schemaRefs/>
</ds:datastoreItem>
</file>

<file path=customXml/itemProps18.xml><?xml version="1.0" encoding="utf-8"?>
<ds:datastoreItem xmlns:ds="http://schemas.openxmlformats.org/officeDocument/2006/customXml" ds:itemID="{9B0CD107-1D94-404B-B22D-E1A4242961A8}">
  <ds:schemaRefs/>
</ds:datastoreItem>
</file>

<file path=customXml/itemProps19.xml><?xml version="1.0" encoding="utf-8"?>
<ds:datastoreItem xmlns:ds="http://schemas.openxmlformats.org/officeDocument/2006/customXml" ds:itemID="{6E3BEFB8-B58F-4EC3-AF05-0DFEBA8B0236}">
  <ds:schemaRefs/>
</ds:datastoreItem>
</file>

<file path=customXml/itemProps20.xml><?xml version="1.0" encoding="utf-8"?>
<ds:datastoreItem xmlns:ds="http://schemas.openxmlformats.org/officeDocument/2006/customXml" ds:itemID="{FD0209F4-9F8C-46AA-B2DE-0A1EF14C22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768</Words>
  <Application>Microsoft Office PowerPoint</Application>
  <PresentationFormat>Widescreen</PresentationFormat>
  <Paragraphs>122</Paragraphs>
  <Slides>9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9</vt:i4>
      </vt:variant>
    </vt:vector>
  </HeadingPairs>
  <TitlesOfParts>
    <vt:vector size="13" baseType="lpstr">
      <vt:lpstr>Aptos</vt:lpstr>
      <vt:lpstr>Arial</vt:lpstr>
      <vt:lpstr>Office Theme</vt:lpstr>
      <vt:lpstr>Blank</vt:lpstr>
      <vt:lpstr>IT-sikkerhed                                                                     for 3 sem.   </vt:lpstr>
      <vt:lpstr>I dag : </vt:lpstr>
      <vt:lpstr> </vt:lpstr>
      <vt:lpstr>HomeLab/Dojo og  sikker netværksopsætning  </vt:lpstr>
      <vt:lpstr>Forskellige scan tools…. </vt:lpstr>
      <vt:lpstr>PowerPoint-præsentation</vt:lpstr>
      <vt:lpstr>PowerPoint-præsentation</vt:lpstr>
      <vt:lpstr>PowerPoint-præsentation</vt:lpstr>
      <vt:lpstr>Nysgerrig? Spørg løs!  Min Mail suan@zealand.dk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Sune Sick Andersen</cp:lastModifiedBy>
  <cp:revision>10</cp:revision>
  <dcterms:created xsi:type="dcterms:W3CDTF">2026-08-07T06:39:33Z</dcterms:created>
  <dcterms:modified xsi:type="dcterms:W3CDTF">2026-09-21T18:21:29Z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2026-08-05T11:07:20</vt:lpwstr>
  </property>
  <property fmtid="{D5CDD505-2E9C-101B-9397-08002B2CF9AE}" pid="3" name="TemplafyTenantId">
    <vt:lpwstr>zealand</vt:lpwstr>
  </property>
  <property fmtid="{D5CDD505-2E9C-101B-9397-08002B2CF9AE}" pid="4" name="TemplafyTemplateId">
    <vt:lpwstr>1366701225735357240</vt:lpwstr>
  </property>
  <property fmtid="{D5CDD505-2E9C-101B-9397-08002B2CF9AE}" pid="5" name="TemplafyUserProfileId">
    <vt:lpwstr>1517199632782590344</vt:lpwstr>
  </property>
  <property fmtid="{D5CDD505-2E9C-101B-9397-08002B2CF9AE}" pid="6" name="TemplafyLanguageCode">
    <vt:lpwstr>da-DK</vt:lpwstr>
  </property>
  <property fmtid="{D5CDD505-2E9C-101B-9397-08002B2CF9AE}" pid="7" name="TemplafyFromBlank">
    <vt:bool>false</vt:bool>
  </property>
</Properties>
</file>